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erif"/>
      <p:regular r:id="rId16"/>
      <p:bold r:id="rId17"/>
      <p:italic r:id="rId18"/>
      <p:boldItalic r:id="rId19"/>
    </p:embeddedFont>
    <p:embeddedFont>
      <p:font typeface="Raleway"/>
      <p:regular r:id="rId20"/>
      <p:bold r:id="rId21"/>
      <p:italic r:id="rId22"/>
      <p:boldItalic r:id="rId23"/>
    </p:embeddedFont>
    <p:embeddedFont>
      <p:font typeface="Raleway ExtraBold"/>
      <p:bold r:id="rId24"/>
      <p:boldItalic r:id="rId25"/>
    </p:embeddedFont>
    <p:embeddedFont>
      <p:font typeface="Bebas Neue"/>
      <p:regular r:id="rId26"/>
    </p:embeddedFont>
    <p:embeddedFont>
      <p:font typeface="Raleway Black"/>
      <p:bold r:id="rId27"/>
      <p:boldItalic r:id="rId28"/>
    </p:embeddedFont>
    <p:embeddedFont>
      <p:font typeface="Tajawal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A5C10F-65B5-4155-B193-55FA72718C24}">
  <a:tblStyle styleId="{8DA5C10F-65B5-4155-B193-55FA72718C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RalewayExtraBold-bold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ebasNeue-regular.fntdata"/><Relationship Id="rId25" Type="http://schemas.openxmlformats.org/officeDocument/2006/relationships/font" Target="fonts/RalewayExtraBold-boldItalic.fntdata"/><Relationship Id="rId28" Type="http://schemas.openxmlformats.org/officeDocument/2006/relationships/font" Target="fonts/RalewayBlack-boldItalic.fntdata"/><Relationship Id="rId27" Type="http://schemas.openxmlformats.org/officeDocument/2006/relationships/font" Target="fonts/Raleway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Tajawa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Tajawal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erif-bold.fntdata"/><Relationship Id="rId16" Type="http://schemas.openxmlformats.org/officeDocument/2006/relationships/font" Target="fonts/RobotoSerif-regular.fntdata"/><Relationship Id="rId19" Type="http://schemas.openxmlformats.org/officeDocument/2006/relationships/font" Target="fonts/RobotoSerif-boldItalic.fntdata"/><Relationship Id="rId18" Type="http://schemas.openxmlformats.org/officeDocument/2006/relationships/font" Target="fonts/RobotoSerif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bfbca099c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bfbca099c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b0dbcdf237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b0dbcdf237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b17130de75_0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b17130de75_0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b0dbcdf23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b0dbcdf23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b17130de7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b17130de7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b17130de75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b17130de75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b17130de75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b17130de75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b17130de75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b17130de75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b0dbcdf237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b0dbcdf237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5.xml"/><Relationship Id="rId4" Type="http://schemas.openxmlformats.org/officeDocument/2006/relationships/hyperlink" Target="http://bit.ly/2Tynxth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1185100" y="540000"/>
            <a:ext cx="6773700" cy="4063500"/>
            <a:chOff x="1185100" y="540000"/>
            <a:chExt cx="6773700" cy="4063500"/>
          </a:xfrm>
        </p:grpSpPr>
        <p:sp>
          <p:nvSpPr>
            <p:cNvPr id="11" name="Google Shape;11;p2"/>
            <p:cNvSpPr/>
            <p:nvPr/>
          </p:nvSpPr>
          <p:spPr>
            <a:xfrm>
              <a:off x="1185100" y="996900"/>
              <a:ext cx="6773700" cy="36066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185100" y="540000"/>
              <a:ext cx="67737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70700" y="540000"/>
              <a:ext cx="4881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649106" y="1225500"/>
            <a:ext cx="5845800" cy="205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649100" y="3025314"/>
            <a:ext cx="5845800" cy="58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3"/>
          <p:cNvGrpSpPr/>
          <p:nvPr/>
        </p:nvGrpSpPr>
        <p:grpSpPr>
          <a:xfrm>
            <a:off x="1411050" y="379256"/>
            <a:ext cx="6981000" cy="4385069"/>
            <a:chOff x="1411050" y="379256"/>
            <a:chExt cx="6981000" cy="4385069"/>
          </a:xfrm>
        </p:grpSpPr>
        <p:sp>
          <p:nvSpPr>
            <p:cNvPr id="19" name="Google Shape;19;p3"/>
            <p:cNvSpPr/>
            <p:nvPr/>
          </p:nvSpPr>
          <p:spPr>
            <a:xfrm flipH="1">
              <a:off x="5454429" y="379256"/>
              <a:ext cx="2489700" cy="11964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flipH="1">
              <a:off x="1411050" y="829825"/>
              <a:ext cx="6981000" cy="39345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2570850" y="2366563"/>
            <a:ext cx="46614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159975" y="3992000"/>
            <a:ext cx="3483000" cy="701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4244000" y="1256362"/>
            <a:ext cx="1299000" cy="106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4" name="Google Shape;24;p3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" name="Google Shape;25;p3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" name="Google Shape;26;p3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" name="Google Shape;27;p3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" name="Google Shape;28;p3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" name="Google Shape;29;p3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0" name="Google Shape;30;p3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" name="Google Shape;31;p3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oogle Shape;34;p4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35" name="Google Shape;35;p4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4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1443550" y="1128325"/>
            <a:ext cx="6915900" cy="345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40" name="Google Shape;40;p4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1" name="Google Shape;41;p4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2" name="Google Shape;42;p4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3" name="Google Shape;43;p4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4" name="Google Shape;44;p4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5" name="Google Shape;45;p4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6" name="Google Shape;46;p4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7" name="Google Shape;47;p4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51" name="Google Shape;51;p5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" type="subTitle"/>
          </p:nvPr>
        </p:nvSpPr>
        <p:spPr>
          <a:xfrm>
            <a:off x="1751850" y="2885875"/>
            <a:ext cx="2518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2" type="subTitle"/>
          </p:nvPr>
        </p:nvSpPr>
        <p:spPr>
          <a:xfrm>
            <a:off x="1751850" y="3355675"/>
            <a:ext cx="25185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3" type="subTitle"/>
          </p:nvPr>
        </p:nvSpPr>
        <p:spPr>
          <a:xfrm>
            <a:off x="5271088" y="2885875"/>
            <a:ext cx="2518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4" type="subTitle"/>
          </p:nvPr>
        </p:nvSpPr>
        <p:spPr>
          <a:xfrm>
            <a:off x="5271095" y="3355675"/>
            <a:ext cx="25185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9" name="Google Shape;59;p5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0" name="Google Shape;60;p5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1" name="Google Shape;61;p5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2" name="Google Shape;62;p5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3" name="Google Shape;63;p5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4" name="Google Shape;64;p5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5" name="Google Shape;65;p5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6" name="Google Shape;66;p5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6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70" name="Google Shape;70;p6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6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6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5" name="Google Shape;75;p6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6" name="Google Shape;76;p6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7" name="Google Shape;77;p6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8" name="Google Shape;78;p6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9" name="Google Shape;79;p6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0" name="Google Shape;80;p6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1" name="Google Shape;81;p6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7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85" name="Google Shape;85;p7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7"/>
          <p:cNvSpPr txBox="1"/>
          <p:nvPr>
            <p:ph type="title"/>
          </p:nvPr>
        </p:nvSpPr>
        <p:spPr>
          <a:xfrm>
            <a:off x="1406400" y="1667375"/>
            <a:ext cx="2929200" cy="173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9" name="Google Shape;89;p7"/>
          <p:cNvSpPr txBox="1"/>
          <p:nvPr>
            <p:ph idx="1" type="subTitle"/>
          </p:nvPr>
        </p:nvSpPr>
        <p:spPr>
          <a:xfrm>
            <a:off x="1406400" y="3397775"/>
            <a:ext cx="2929200" cy="11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0" name="Google Shape;90;p7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7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2" name="Google Shape;92;p7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3" name="Google Shape;93;p7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4" name="Google Shape;94;p7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5" name="Google Shape;95;p7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6" name="Google Shape;96;p7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7" name="Google Shape;97;p7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8"/>
          <p:cNvGrpSpPr/>
          <p:nvPr/>
        </p:nvGrpSpPr>
        <p:grpSpPr>
          <a:xfrm>
            <a:off x="1954088" y="379200"/>
            <a:ext cx="5894825" cy="4385100"/>
            <a:chOff x="1954088" y="379200"/>
            <a:chExt cx="5894825" cy="4385100"/>
          </a:xfrm>
        </p:grpSpPr>
        <p:sp>
          <p:nvSpPr>
            <p:cNvPr id="101" name="Google Shape;101;p8"/>
            <p:cNvSpPr/>
            <p:nvPr/>
          </p:nvSpPr>
          <p:spPr>
            <a:xfrm>
              <a:off x="1954100" y="836100"/>
              <a:ext cx="5894700" cy="39282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7360813" y="379200"/>
              <a:ext cx="4881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1954088" y="379200"/>
              <a:ext cx="54066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8"/>
          <p:cNvSpPr txBox="1"/>
          <p:nvPr>
            <p:ph type="title"/>
          </p:nvPr>
        </p:nvSpPr>
        <p:spPr>
          <a:xfrm>
            <a:off x="2606000" y="1050675"/>
            <a:ext cx="4575000" cy="182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5" name="Google Shape;105;p8"/>
          <p:cNvSpPr txBox="1"/>
          <p:nvPr>
            <p:ph idx="1" type="subTitle"/>
          </p:nvPr>
        </p:nvSpPr>
        <p:spPr>
          <a:xfrm>
            <a:off x="3283988" y="3833075"/>
            <a:ext cx="3219000" cy="8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6" name="Google Shape;106;p8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7" name="Google Shape;107;p8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8" name="Google Shape;108;p8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9" name="Google Shape;109;p8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0" name="Google Shape;110;p8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1" name="Google Shape;111;p8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2" name="Google Shape;112;p8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3" name="Google Shape;113;p8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9"/>
          <p:cNvGrpSpPr/>
          <p:nvPr/>
        </p:nvGrpSpPr>
        <p:grpSpPr>
          <a:xfrm>
            <a:off x="1954088" y="379200"/>
            <a:ext cx="5894825" cy="4385100"/>
            <a:chOff x="1954088" y="379200"/>
            <a:chExt cx="5894825" cy="4385100"/>
          </a:xfrm>
        </p:grpSpPr>
        <p:sp>
          <p:nvSpPr>
            <p:cNvPr id="117" name="Google Shape;117;p9"/>
            <p:cNvSpPr/>
            <p:nvPr/>
          </p:nvSpPr>
          <p:spPr>
            <a:xfrm>
              <a:off x="1954100" y="836100"/>
              <a:ext cx="5894700" cy="39282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7360813" y="379200"/>
              <a:ext cx="4881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9"/>
            <p:cNvSpPr/>
            <p:nvPr/>
          </p:nvSpPr>
          <p:spPr>
            <a:xfrm>
              <a:off x="1954088" y="379200"/>
              <a:ext cx="54066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9"/>
          <p:cNvSpPr txBox="1"/>
          <p:nvPr>
            <p:ph type="title"/>
          </p:nvPr>
        </p:nvSpPr>
        <p:spPr>
          <a:xfrm>
            <a:off x="2936200" y="1781550"/>
            <a:ext cx="393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1" name="Google Shape;121;p9"/>
          <p:cNvSpPr txBox="1"/>
          <p:nvPr>
            <p:ph idx="1" type="subTitle"/>
          </p:nvPr>
        </p:nvSpPr>
        <p:spPr>
          <a:xfrm>
            <a:off x="2936225" y="2623350"/>
            <a:ext cx="3930600" cy="119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2" name="Google Shape;122;p9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3" name="Google Shape;123;p9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4" name="Google Shape;124;p9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5" name="Google Shape;125;p9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6" name="Google Shape;126;p9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7" name="Google Shape;127;p9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8" name="Google Shape;128;p9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9" name="Google Shape;129;p9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0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133" name="Google Shape;133;p10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0"/>
          <p:cNvSpPr txBox="1"/>
          <p:nvPr>
            <p:ph type="title"/>
          </p:nvPr>
        </p:nvSpPr>
        <p:spPr>
          <a:xfrm>
            <a:off x="2291300" y="3388475"/>
            <a:ext cx="5204400" cy="112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7" name="Google Shape;137;p10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8" name="Google Shape;138;p10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9" name="Google Shape;139;p10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0" name="Google Shape;140;p10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1" name="Google Shape;141;p10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2" name="Google Shape;142;p10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3" name="Google Shape;143;p10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4" name="Google Shape;144;p10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1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148" name="Google Shape;148;p11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1"/>
          <p:cNvSpPr txBox="1"/>
          <p:nvPr>
            <p:ph hasCustomPrompt="1" type="title"/>
          </p:nvPr>
        </p:nvSpPr>
        <p:spPr>
          <a:xfrm>
            <a:off x="1729300" y="1834300"/>
            <a:ext cx="6344400" cy="98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2" name="Google Shape;152;p11"/>
          <p:cNvSpPr txBox="1"/>
          <p:nvPr>
            <p:ph idx="1" type="subTitle"/>
          </p:nvPr>
        </p:nvSpPr>
        <p:spPr>
          <a:xfrm>
            <a:off x="2971650" y="4106525"/>
            <a:ext cx="3859800" cy="61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3" name="Google Shape;153;p11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4" name="Google Shape;154;p11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5" name="Google Shape;155;p11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6" name="Google Shape;156;p11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7" name="Google Shape;157;p11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8" name="Google Shape;158;p11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9" name="Google Shape;159;p11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0" name="Google Shape;160;p11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3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165" name="Google Shape;165;p13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13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" name="Google Shape;169;p13"/>
          <p:cNvSpPr txBox="1"/>
          <p:nvPr>
            <p:ph idx="1" type="subTitle"/>
          </p:nvPr>
        </p:nvSpPr>
        <p:spPr>
          <a:xfrm>
            <a:off x="1816375" y="1591475"/>
            <a:ext cx="6154200" cy="260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0" name="Google Shape;170;p13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1" name="Google Shape;171;p13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2" name="Google Shape;172;p13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3" name="Google Shape;173;p13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4" name="Google Shape;174;p13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5" name="Google Shape;175;p13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6" name="Google Shape;176;p13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7" name="Google Shape;177;p13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4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181" name="Google Shape;181;p14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14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14"/>
          <p:cNvSpPr txBox="1"/>
          <p:nvPr>
            <p:ph idx="1" type="subTitle"/>
          </p:nvPr>
        </p:nvSpPr>
        <p:spPr>
          <a:xfrm>
            <a:off x="1814598" y="3285154"/>
            <a:ext cx="2176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6" name="Google Shape;186;p14"/>
          <p:cNvSpPr txBox="1"/>
          <p:nvPr>
            <p:ph idx="2" type="subTitle"/>
          </p:nvPr>
        </p:nvSpPr>
        <p:spPr>
          <a:xfrm>
            <a:off x="1814600" y="3654568"/>
            <a:ext cx="2176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7" name="Google Shape;187;p14"/>
          <p:cNvSpPr txBox="1"/>
          <p:nvPr>
            <p:ph idx="3" type="subTitle"/>
          </p:nvPr>
        </p:nvSpPr>
        <p:spPr>
          <a:xfrm>
            <a:off x="5811898" y="3285154"/>
            <a:ext cx="2176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4" type="subTitle"/>
          </p:nvPr>
        </p:nvSpPr>
        <p:spPr>
          <a:xfrm>
            <a:off x="5811900" y="3654568"/>
            <a:ext cx="2176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9" name="Google Shape;189;p14">
            <a:hlinkClick/>
          </p:cNvPr>
          <p:cNvSpPr txBox="1"/>
          <p:nvPr>
            <p:ph idx="5" type="subTitle"/>
          </p:nvPr>
        </p:nvSpPr>
        <p:spPr>
          <a:xfrm>
            <a:off x="1814598" y="1481591"/>
            <a:ext cx="2176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idx="6" type="subTitle"/>
          </p:nvPr>
        </p:nvSpPr>
        <p:spPr>
          <a:xfrm>
            <a:off x="1814600" y="1851005"/>
            <a:ext cx="2176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1" name="Google Shape;191;p14"/>
          <p:cNvSpPr txBox="1"/>
          <p:nvPr>
            <p:ph idx="7" type="subTitle"/>
          </p:nvPr>
        </p:nvSpPr>
        <p:spPr>
          <a:xfrm>
            <a:off x="5811898" y="1481591"/>
            <a:ext cx="2176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2" name="Google Shape;192;p14"/>
          <p:cNvSpPr txBox="1"/>
          <p:nvPr>
            <p:ph idx="8" type="subTitle"/>
          </p:nvPr>
        </p:nvSpPr>
        <p:spPr>
          <a:xfrm>
            <a:off x="5811900" y="1851005"/>
            <a:ext cx="2176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3" name="Google Shape;193;p14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4" name="Google Shape;194;p14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5" name="Google Shape;195;p14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6" name="Google Shape;196;p14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7" name="Google Shape;197;p14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8" name="Google Shape;198;p14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9" name="Google Shape;199;p14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00" name="Google Shape;200;p14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5"/>
          <p:cNvGrpSpPr/>
          <p:nvPr/>
        </p:nvGrpSpPr>
        <p:grpSpPr>
          <a:xfrm>
            <a:off x="1954088" y="379200"/>
            <a:ext cx="5894825" cy="4385100"/>
            <a:chOff x="1954088" y="379200"/>
            <a:chExt cx="5894825" cy="4385100"/>
          </a:xfrm>
        </p:grpSpPr>
        <p:sp>
          <p:nvSpPr>
            <p:cNvPr id="204" name="Google Shape;204;p15"/>
            <p:cNvSpPr/>
            <p:nvPr/>
          </p:nvSpPr>
          <p:spPr>
            <a:xfrm>
              <a:off x="1954100" y="836100"/>
              <a:ext cx="5894700" cy="39282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7360813" y="379200"/>
              <a:ext cx="4881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1954088" y="379200"/>
              <a:ext cx="54066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15"/>
          <p:cNvSpPr txBox="1"/>
          <p:nvPr>
            <p:ph type="title"/>
          </p:nvPr>
        </p:nvSpPr>
        <p:spPr>
          <a:xfrm>
            <a:off x="2473162" y="3385525"/>
            <a:ext cx="48567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Raleway ExtraBold"/>
              <a:buNone/>
              <a:defRPr sz="16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208" name="Google Shape;208;p15"/>
          <p:cNvSpPr txBox="1"/>
          <p:nvPr>
            <p:ph idx="2" type="title"/>
          </p:nvPr>
        </p:nvSpPr>
        <p:spPr>
          <a:xfrm>
            <a:off x="2473174" y="2088475"/>
            <a:ext cx="4856700" cy="129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Tajawal"/>
              <a:buNone/>
              <a:defRPr sz="23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Tajawal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Tajawal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Tajawal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Tajawal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Tajawal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Tajawal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Tajawal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Tajawal"/>
              <a:buNone/>
              <a:defRPr sz="16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209" name="Google Shape;209;p15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0" name="Google Shape;210;p15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1" name="Google Shape;211;p15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2" name="Google Shape;212;p15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3" name="Google Shape;213;p15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4" name="Google Shape;214;p15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5" name="Google Shape;215;p15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6" name="Google Shape;216;p15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6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220" name="Google Shape;220;p16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p16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16"/>
          <p:cNvSpPr txBox="1"/>
          <p:nvPr>
            <p:ph idx="1" type="subTitle"/>
          </p:nvPr>
        </p:nvSpPr>
        <p:spPr>
          <a:xfrm>
            <a:off x="1451175" y="2989750"/>
            <a:ext cx="18780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5" name="Google Shape;225;p16"/>
          <p:cNvSpPr txBox="1"/>
          <p:nvPr>
            <p:ph idx="2" type="subTitle"/>
          </p:nvPr>
        </p:nvSpPr>
        <p:spPr>
          <a:xfrm>
            <a:off x="1451175" y="3459550"/>
            <a:ext cx="1878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" name="Google Shape;226;p16"/>
          <p:cNvSpPr txBox="1"/>
          <p:nvPr>
            <p:ph idx="3" type="subTitle"/>
          </p:nvPr>
        </p:nvSpPr>
        <p:spPr>
          <a:xfrm>
            <a:off x="6457825" y="2989750"/>
            <a:ext cx="18780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7" name="Google Shape;227;p16"/>
          <p:cNvSpPr txBox="1"/>
          <p:nvPr>
            <p:ph idx="4" type="subTitle"/>
          </p:nvPr>
        </p:nvSpPr>
        <p:spPr>
          <a:xfrm>
            <a:off x="6457825" y="3459550"/>
            <a:ext cx="1878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8" name="Google Shape;228;p16"/>
          <p:cNvSpPr txBox="1"/>
          <p:nvPr>
            <p:ph idx="5" type="subTitle"/>
          </p:nvPr>
        </p:nvSpPr>
        <p:spPr>
          <a:xfrm>
            <a:off x="3954500" y="2989750"/>
            <a:ext cx="18780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9" name="Google Shape;229;p16"/>
          <p:cNvSpPr txBox="1"/>
          <p:nvPr>
            <p:ph idx="6" type="subTitle"/>
          </p:nvPr>
        </p:nvSpPr>
        <p:spPr>
          <a:xfrm>
            <a:off x="3954500" y="3459550"/>
            <a:ext cx="1878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0" name="Google Shape;230;p16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1" name="Google Shape;231;p16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2" name="Google Shape;232;p16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3" name="Google Shape;233;p16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4" name="Google Shape;234;p16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5" name="Google Shape;235;p16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6" name="Google Shape;236;p16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7" name="Google Shape;237;p16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17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241" name="Google Shape;241;p17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17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17"/>
          <p:cNvSpPr txBox="1"/>
          <p:nvPr>
            <p:ph idx="1" type="subTitle"/>
          </p:nvPr>
        </p:nvSpPr>
        <p:spPr>
          <a:xfrm>
            <a:off x="1455550" y="3389725"/>
            <a:ext cx="1789500" cy="43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6" name="Google Shape;246;p17"/>
          <p:cNvSpPr txBox="1"/>
          <p:nvPr>
            <p:ph idx="2" type="subTitle"/>
          </p:nvPr>
        </p:nvSpPr>
        <p:spPr>
          <a:xfrm>
            <a:off x="1455550" y="3822625"/>
            <a:ext cx="1789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47" name="Google Shape;247;p17"/>
          <p:cNvSpPr txBox="1"/>
          <p:nvPr>
            <p:ph idx="3" type="subTitle"/>
          </p:nvPr>
        </p:nvSpPr>
        <p:spPr>
          <a:xfrm>
            <a:off x="1455550" y="1573850"/>
            <a:ext cx="1789500" cy="43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8" name="Google Shape;248;p17"/>
          <p:cNvSpPr txBox="1"/>
          <p:nvPr>
            <p:ph idx="4" type="subTitle"/>
          </p:nvPr>
        </p:nvSpPr>
        <p:spPr>
          <a:xfrm>
            <a:off x="1455550" y="2006750"/>
            <a:ext cx="1789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49" name="Google Shape;249;p17"/>
          <p:cNvSpPr txBox="1"/>
          <p:nvPr>
            <p:ph idx="5" type="subTitle"/>
          </p:nvPr>
        </p:nvSpPr>
        <p:spPr>
          <a:xfrm>
            <a:off x="3998750" y="3389725"/>
            <a:ext cx="1789500" cy="43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0" name="Google Shape;250;p17"/>
          <p:cNvSpPr txBox="1"/>
          <p:nvPr>
            <p:ph idx="6" type="subTitle"/>
          </p:nvPr>
        </p:nvSpPr>
        <p:spPr>
          <a:xfrm>
            <a:off x="3998750" y="3822625"/>
            <a:ext cx="1789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1" name="Google Shape;251;p17"/>
          <p:cNvSpPr txBox="1"/>
          <p:nvPr>
            <p:ph idx="7" type="subTitle"/>
          </p:nvPr>
        </p:nvSpPr>
        <p:spPr>
          <a:xfrm>
            <a:off x="3998750" y="1573850"/>
            <a:ext cx="1789500" cy="43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2" name="Google Shape;252;p17"/>
          <p:cNvSpPr txBox="1"/>
          <p:nvPr>
            <p:ph idx="8" type="subTitle"/>
          </p:nvPr>
        </p:nvSpPr>
        <p:spPr>
          <a:xfrm>
            <a:off x="3998750" y="2006750"/>
            <a:ext cx="1789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3" name="Google Shape;253;p17"/>
          <p:cNvSpPr txBox="1"/>
          <p:nvPr>
            <p:ph idx="9" type="subTitle"/>
          </p:nvPr>
        </p:nvSpPr>
        <p:spPr>
          <a:xfrm>
            <a:off x="6541950" y="3389725"/>
            <a:ext cx="1789500" cy="43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17"/>
          <p:cNvSpPr txBox="1"/>
          <p:nvPr>
            <p:ph idx="13" type="subTitle"/>
          </p:nvPr>
        </p:nvSpPr>
        <p:spPr>
          <a:xfrm>
            <a:off x="6541950" y="3822625"/>
            <a:ext cx="1789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5" name="Google Shape;255;p17"/>
          <p:cNvSpPr txBox="1"/>
          <p:nvPr>
            <p:ph idx="14" type="subTitle"/>
          </p:nvPr>
        </p:nvSpPr>
        <p:spPr>
          <a:xfrm>
            <a:off x="6541950" y="1573850"/>
            <a:ext cx="1789500" cy="43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6" name="Google Shape;256;p17"/>
          <p:cNvSpPr txBox="1"/>
          <p:nvPr>
            <p:ph idx="15" type="subTitle"/>
          </p:nvPr>
        </p:nvSpPr>
        <p:spPr>
          <a:xfrm>
            <a:off x="6541950" y="2006750"/>
            <a:ext cx="1789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7" name="Google Shape;257;p17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Google Shape;258;p17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9" name="Google Shape;259;p17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0" name="Google Shape;260;p17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1" name="Google Shape;261;p17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2" name="Google Shape;262;p17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3" name="Google Shape;263;p17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4" name="Google Shape;264;p17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18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268" name="Google Shape;268;p18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18"/>
          <p:cNvSpPr txBox="1"/>
          <p:nvPr>
            <p:ph hasCustomPrompt="1" type="title"/>
          </p:nvPr>
        </p:nvSpPr>
        <p:spPr>
          <a:xfrm flipH="1">
            <a:off x="6033788" y="3367750"/>
            <a:ext cx="2304600" cy="61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72" name="Google Shape;272;p18"/>
          <p:cNvSpPr txBox="1"/>
          <p:nvPr>
            <p:ph idx="1" type="subTitle"/>
          </p:nvPr>
        </p:nvSpPr>
        <p:spPr>
          <a:xfrm flipH="1">
            <a:off x="6033763" y="3980350"/>
            <a:ext cx="2304600" cy="72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3" name="Google Shape;273;p18"/>
          <p:cNvSpPr txBox="1"/>
          <p:nvPr>
            <p:ph hasCustomPrompt="1" idx="2" type="title"/>
          </p:nvPr>
        </p:nvSpPr>
        <p:spPr>
          <a:xfrm flipH="1">
            <a:off x="4981863" y="1347325"/>
            <a:ext cx="2304600" cy="61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74" name="Google Shape;274;p18"/>
          <p:cNvSpPr txBox="1"/>
          <p:nvPr>
            <p:ph idx="3" type="subTitle"/>
          </p:nvPr>
        </p:nvSpPr>
        <p:spPr>
          <a:xfrm flipH="1">
            <a:off x="4981838" y="1959925"/>
            <a:ext cx="2304600" cy="72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5" name="Google Shape;275;p18"/>
          <p:cNvSpPr txBox="1"/>
          <p:nvPr>
            <p:ph hasCustomPrompt="1" idx="4" type="title"/>
          </p:nvPr>
        </p:nvSpPr>
        <p:spPr>
          <a:xfrm flipH="1">
            <a:off x="1953113" y="3415150"/>
            <a:ext cx="2304600" cy="61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76" name="Google Shape;276;p18"/>
          <p:cNvSpPr txBox="1"/>
          <p:nvPr>
            <p:ph idx="5" type="subTitle"/>
          </p:nvPr>
        </p:nvSpPr>
        <p:spPr>
          <a:xfrm flipH="1">
            <a:off x="1953088" y="4027750"/>
            <a:ext cx="2304600" cy="72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7" name="Google Shape;277;p18"/>
          <p:cNvSpPr txBox="1"/>
          <p:nvPr>
            <p:ph hasCustomPrompt="1" idx="6" type="title"/>
          </p:nvPr>
        </p:nvSpPr>
        <p:spPr>
          <a:xfrm flipH="1">
            <a:off x="1448588" y="1183950"/>
            <a:ext cx="2304600" cy="61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78" name="Google Shape;278;p18"/>
          <p:cNvSpPr txBox="1"/>
          <p:nvPr>
            <p:ph idx="7" type="subTitle"/>
          </p:nvPr>
        </p:nvSpPr>
        <p:spPr>
          <a:xfrm flipH="1">
            <a:off x="1448563" y="1796550"/>
            <a:ext cx="2304600" cy="72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9" name="Google Shape;279;p18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0" name="Google Shape;280;p18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1" name="Google Shape;281;p18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2" name="Google Shape;282;p18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3" name="Google Shape;283;p18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4" name="Google Shape;284;p18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5" name="Google Shape;285;p18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6" name="Google Shape;286;p18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6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19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290" name="Google Shape;290;p19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19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19"/>
          <p:cNvSpPr txBox="1"/>
          <p:nvPr>
            <p:ph idx="1" type="subTitle"/>
          </p:nvPr>
        </p:nvSpPr>
        <p:spPr>
          <a:xfrm flipH="1">
            <a:off x="1988400" y="2224225"/>
            <a:ext cx="2583600" cy="14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5" name="Google Shape;295;p19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6" name="Google Shape;296;p19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7" name="Google Shape;297;p19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8" name="Google Shape;298;p19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9" name="Google Shape;299;p19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00" name="Google Shape;300;p19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01" name="Google Shape;301;p19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02" name="Google Shape;302;p19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6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20"/>
          <p:cNvGrpSpPr/>
          <p:nvPr/>
        </p:nvGrpSpPr>
        <p:grpSpPr>
          <a:xfrm>
            <a:off x="931900" y="379200"/>
            <a:ext cx="7939200" cy="4385100"/>
            <a:chOff x="931900" y="379200"/>
            <a:chExt cx="7939200" cy="4385100"/>
          </a:xfrm>
        </p:grpSpPr>
        <p:sp>
          <p:nvSpPr>
            <p:cNvPr id="306" name="Google Shape;306;p20"/>
            <p:cNvSpPr/>
            <p:nvPr/>
          </p:nvSpPr>
          <p:spPr>
            <a:xfrm>
              <a:off x="931900" y="379200"/>
              <a:ext cx="7939200" cy="4385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931900" y="379200"/>
              <a:ext cx="73557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8287600" y="379200"/>
              <a:ext cx="583500" cy="572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20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Black"/>
              <a:buNone/>
              <a:defRPr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0" name="Google Shape;310;p20"/>
          <p:cNvSpPr txBox="1"/>
          <p:nvPr>
            <p:ph idx="1" type="subTitle"/>
          </p:nvPr>
        </p:nvSpPr>
        <p:spPr>
          <a:xfrm flipH="1">
            <a:off x="5159550" y="2224225"/>
            <a:ext cx="2583600" cy="14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1" name="Google Shape;311;p20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2" name="Google Shape;312;p20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3" name="Google Shape;313;p20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4" name="Google Shape;314;p20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5" name="Google Shape;315;p20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6" name="Google Shape;316;p20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7" name="Google Shape;317;p20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8" name="Google Shape;318;p20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21"/>
          <p:cNvGrpSpPr/>
          <p:nvPr/>
        </p:nvGrpSpPr>
        <p:grpSpPr>
          <a:xfrm>
            <a:off x="1506650" y="540000"/>
            <a:ext cx="6773700" cy="4063500"/>
            <a:chOff x="1185100" y="540000"/>
            <a:chExt cx="6773700" cy="4063500"/>
          </a:xfrm>
        </p:grpSpPr>
        <p:sp>
          <p:nvSpPr>
            <p:cNvPr id="322" name="Google Shape;322;p21"/>
            <p:cNvSpPr/>
            <p:nvPr/>
          </p:nvSpPr>
          <p:spPr>
            <a:xfrm>
              <a:off x="1185100" y="996900"/>
              <a:ext cx="6773700" cy="36066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1185100" y="540000"/>
              <a:ext cx="67737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7470700" y="540000"/>
              <a:ext cx="4881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21"/>
          <p:cNvSpPr txBox="1"/>
          <p:nvPr>
            <p:ph type="ctrTitle"/>
          </p:nvPr>
        </p:nvSpPr>
        <p:spPr>
          <a:xfrm>
            <a:off x="1970600" y="1075100"/>
            <a:ext cx="5845800" cy="87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6" name="Google Shape;326;p21"/>
          <p:cNvSpPr txBox="1"/>
          <p:nvPr>
            <p:ph idx="1" type="subTitle"/>
          </p:nvPr>
        </p:nvSpPr>
        <p:spPr>
          <a:xfrm>
            <a:off x="3306050" y="2456275"/>
            <a:ext cx="3174900" cy="31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7" name="Google Shape;327;p21"/>
          <p:cNvSpPr txBox="1"/>
          <p:nvPr>
            <p:ph idx="2" type="subTitle"/>
          </p:nvPr>
        </p:nvSpPr>
        <p:spPr>
          <a:xfrm>
            <a:off x="3688850" y="2769175"/>
            <a:ext cx="2409300" cy="82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8" name="Google Shape;328;p21">
            <a:hlinkClick/>
          </p:cNvPr>
          <p:cNvSpPr/>
          <p:nvPr/>
        </p:nvSpPr>
        <p:spPr>
          <a:xfrm>
            <a:off x="18500" y="3619106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29" name="Google Shape;329;p21">
            <a:hlinkClick/>
          </p:cNvPr>
          <p:cNvSpPr/>
          <p:nvPr/>
        </p:nvSpPr>
        <p:spPr>
          <a:xfrm>
            <a:off x="18500" y="310653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0" name="Google Shape;330;p21">
            <a:hlinkClick/>
          </p:cNvPr>
          <p:cNvSpPr/>
          <p:nvPr/>
        </p:nvSpPr>
        <p:spPr>
          <a:xfrm>
            <a:off x="18500" y="2593988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1" name="Google Shape;331;p21">
            <a:hlinkClick/>
          </p:cNvPr>
          <p:cNvSpPr/>
          <p:nvPr/>
        </p:nvSpPr>
        <p:spPr>
          <a:xfrm>
            <a:off x="18500" y="208141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2" name="Google Shape;332;p21">
            <a:hlinkClick/>
          </p:cNvPr>
          <p:cNvSpPr/>
          <p:nvPr/>
        </p:nvSpPr>
        <p:spPr>
          <a:xfrm>
            <a:off x="18500" y="1568863"/>
            <a:ext cx="732600" cy="519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16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3" name="Google Shape;333;p21">
            <a:hlinkClick action="ppaction://hlinkshowjump?jump=previousslide"/>
          </p:cNvPr>
          <p:cNvSpPr/>
          <p:nvPr/>
        </p:nvSpPr>
        <p:spPr>
          <a:xfrm>
            <a:off x="18500" y="1057888"/>
            <a:ext cx="732600" cy="51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4" name="Google Shape;334;p21">
            <a:hlinkClick/>
          </p:cNvPr>
          <p:cNvSpPr/>
          <p:nvPr/>
        </p:nvSpPr>
        <p:spPr>
          <a:xfrm>
            <a:off x="18500" y="4244699"/>
            <a:ext cx="732600" cy="5196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5" name="Google Shape;335;p21">
            <a:hlinkClick action="ppaction://hlinksldjump" r:id="rId3"/>
          </p:cNvPr>
          <p:cNvSpPr/>
          <p:nvPr/>
        </p:nvSpPr>
        <p:spPr>
          <a:xfrm>
            <a:off x="18450" y="379200"/>
            <a:ext cx="732600" cy="5727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2661650" y="3650450"/>
            <a:ext cx="44637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3025"/>
                </a:solidFill>
                <a:latin typeface="Tajawal"/>
                <a:ea typeface="Tajawal"/>
                <a:cs typeface="Tajawal"/>
                <a:sym typeface="Tajawal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043025"/>
                </a:solidFill>
                <a:latin typeface="Tajawal"/>
                <a:ea typeface="Tajawal"/>
                <a:cs typeface="Tajawal"/>
                <a:sym typeface="Tajawal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043025"/>
                </a:solidFill>
                <a:latin typeface="Tajawal"/>
                <a:ea typeface="Tajawal"/>
                <a:cs typeface="Tajawal"/>
                <a:sym typeface="Tajawal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" y="0"/>
            <a:ext cx="9143111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/>
              <a:buChar char="●"/>
              <a:defRPr sz="16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indent="-3302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/>
              <a:buChar char="○"/>
              <a:defRPr sz="16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indent="-3302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/>
              <a:buChar char="■"/>
              <a:defRPr sz="16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indent="-3302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/>
              <a:buChar char="●"/>
              <a:defRPr sz="16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indent="-3302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/>
              <a:buChar char="○"/>
              <a:defRPr sz="16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indent="-3302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/>
              <a:buChar char="■"/>
              <a:defRPr sz="16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indent="-3302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/>
              <a:buChar char="●"/>
              <a:defRPr sz="16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indent="-3302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jawal"/>
              <a:buChar char="○"/>
              <a:defRPr sz="16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indent="-3302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Tajawal"/>
              <a:buChar char="■"/>
              <a:defRPr sz="16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slide" Target="/ppt/slides/slide5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slide" Target="/ppt/slides/slide5.xml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slide" Target="/ppt/slides/slide5.xml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/ppt/slides/slide5.xml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slide" Target="/ppt/slides/slide5.xml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slide" Target="/ppt/slides/slide5.xml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slide" Target="/ppt/slides/slide5.xml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slide" Target="/ppt/slides/slide5.xml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8.png"/><Relationship Id="rId5" Type="http://schemas.openxmlformats.org/officeDocument/2006/relationships/slide" Target="/ppt/slides/slide5.xml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log.tooljet.com/gartner-magic-quadrant-for-low-code-platforms/" TargetMode="External"/><Relationship Id="rId4" Type="http://schemas.openxmlformats.org/officeDocument/2006/relationships/hyperlink" Target="https://w3techs.com/technologies/details/cm-wordpress" TargetMode="External"/><Relationship Id="rId9" Type="http://schemas.openxmlformats.org/officeDocument/2006/relationships/image" Target="../media/image5.png"/><Relationship Id="rId5" Type="http://schemas.openxmlformats.org/officeDocument/2006/relationships/hyperlink" Target="https://help.webflow.com/hc/en-us/articles/33961244391059-Manage-CMS-Collections#h_01K6E4EHK5JN84M9FD84H6CT3W" TargetMode="External"/><Relationship Id="rId6" Type="http://schemas.openxmlformats.org/officeDocument/2006/relationships/hyperlink" Target="https://habr.com/ru/articles/908518/" TargetMode="External"/><Relationship Id="rId7" Type="http://schemas.openxmlformats.org/officeDocument/2006/relationships/image" Target="../media/image8.png"/><Relationship Id="rId8" Type="http://schemas.openxmlformats.org/officeDocument/2006/relationships/slide" Target="/ppt/slides/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3">
            <a:hlinkClick/>
          </p:cNvPr>
          <p:cNvPicPr preferRelativeResize="0"/>
          <p:nvPr/>
        </p:nvPicPr>
        <p:blipFill rotWithShape="1">
          <a:blip r:embed="rId3">
            <a:alphaModFix/>
          </a:blip>
          <a:srcRect b="466" l="0" r="0" t="466"/>
          <a:stretch/>
        </p:blipFill>
        <p:spPr>
          <a:xfrm>
            <a:off x="7599675" y="656275"/>
            <a:ext cx="230150" cy="2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3"/>
          <p:cNvSpPr txBox="1"/>
          <p:nvPr>
            <p:ph type="ctrTitle"/>
          </p:nvPr>
        </p:nvSpPr>
        <p:spPr>
          <a:xfrm>
            <a:off x="1196650" y="1225500"/>
            <a:ext cx="6759900" cy="23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Courier New"/>
                <a:ea typeface="Courier New"/>
                <a:cs typeface="Courier New"/>
                <a:sym typeface="Courier New"/>
              </a:rPr>
              <a:t>Low-code и No-code 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Courier New"/>
                <a:ea typeface="Courier New"/>
                <a:cs typeface="Courier New"/>
                <a:sym typeface="Courier New"/>
              </a:rPr>
              <a:t>в мире CMS</a:t>
            </a:r>
            <a:r>
              <a:rPr b="1" lang="en" sz="4500"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endParaRPr b="1" sz="45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Конец эпохи программистов или новый инструмент?</a:t>
            </a:r>
            <a:endParaRPr sz="31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5" name="Google Shape;345;p23"/>
          <p:cNvSpPr txBox="1"/>
          <p:nvPr>
            <p:ph idx="1" type="subTitle"/>
          </p:nvPr>
        </p:nvSpPr>
        <p:spPr>
          <a:xfrm>
            <a:off x="2026775" y="3994939"/>
            <a:ext cx="5845800" cy="58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© Ciobanu Stanislav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© Cetvertacova Anastasia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6" name="Google Shape;346;p23">
            <a:hlinkClick action="ppaction://hlinksldjump" r:id="rId4"/>
          </p:cNvPr>
          <p:cNvSpPr/>
          <p:nvPr/>
        </p:nvSpPr>
        <p:spPr>
          <a:xfrm>
            <a:off x="3706750" y="3655775"/>
            <a:ext cx="1739700" cy="4569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ENTER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47" name="Google Shape;347;p23"/>
          <p:cNvGrpSpPr/>
          <p:nvPr/>
        </p:nvGrpSpPr>
        <p:grpSpPr>
          <a:xfrm>
            <a:off x="7500838" y="573175"/>
            <a:ext cx="427800" cy="390550"/>
            <a:chOff x="3523338" y="1714625"/>
            <a:chExt cx="427800" cy="390550"/>
          </a:xfrm>
        </p:grpSpPr>
        <p:sp>
          <p:nvSpPr>
            <p:cNvPr id="348" name="Google Shape;348;p23"/>
            <p:cNvSpPr/>
            <p:nvPr/>
          </p:nvSpPr>
          <p:spPr>
            <a:xfrm>
              <a:off x="3523338" y="1750075"/>
              <a:ext cx="424000" cy="318800"/>
            </a:xfrm>
            <a:custGeom>
              <a:rect b="b" l="l" r="r" t="t"/>
              <a:pathLst>
                <a:path extrusionOk="0" h="12752" w="16960">
                  <a:moveTo>
                    <a:pt x="8484" y="1"/>
                  </a:moveTo>
                  <a:cubicBezTo>
                    <a:pt x="2793" y="1"/>
                    <a:pt x="0" y="6906"/>
                    <a:pt x="3979" y="10884"/>
                  </a:cubicBezTo>
                  <a:cubicBezTo>
                    <a:pt x="5224" y="12129"/>
                    <a:pt x="6854" y="12751"/>
                    <a:pt x="8485" y="12751"/>
                  </a:cubicBezTo>
                  <a:cubicBezTo>
                    <a:pt x="10117" y="12751"/>
                    <a:pt x="11749" y="12129"/>
                    <a:pt x="12998" y="10884"/>
                  </a:cubicBezTo>
                  <a:cubicBezTo>
                    <a:pt x="16959" y="6915"/>
                    <a:pt x="14212" y="1"/>
                    <a:pt x="84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3735888" y="1750075"/>
              <a:ext cx="212125" cy="318725"/>
            </a:xfrm>
            <a:custGeom>
              <a:rect b="b" l="l" r="r" t="t"/>
              <a:pathLst>
                <a:path extrusionOk="0" h="12749" w="8485">
                  <a:moveTo>
                    <a:pt x="0" y="1"/>
                  </a:moveTo>
                  <a:lnTo>
                    <a:pt x="0" y="12749"/>
                  </a:lnTo>
                  <a:cubicBezTo>
                    <a:pt x="1704" y="12749"/>
                    <a:pt x="3301" y="12089"/>
                    <a:pt x="4505" y="10884"/>
                  </a:cubicBezTo>
                  <a:cubicBezTo>
                    <a:pt x="8484" y="6906"/>
                    <a:pt x="570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3689038" y="1875300"/>
              <a:ext cx="90125" cy="75525"/>
            </a:xfrm>
            <a:custGeom>
              <a:rect b="b" l="l" r="r" t="t"/>
              <a:pathLst>
                <a:path extrusionOk="0" h="3021" w="3605">
                  <a:moveTo>
                    <a:pt x="1067" y="1"/>
                  </a:moveTo>
                  <a:cubicBezTo>
                    <a:pt x="819" y="1"/>
                    <a:pt x="572" y="95"/>
                    <a:pt x="384" y="282"/>
                  </a:cubicBezTo>
                  <a:cubicBezTo>
                    <a:pt x="1" y="657"/>
                    <a:pt x="1" y="1272"/>
                    <a:pt x="384" y="1656"/>
                  </a:cubicBezTo>
                  <a:lnTo>
                    <a:pt x="1856" y="3021"/>
                  </a:lnTo>
                  <a:lnTo>
                    <a:pt x="3203" y="1674"/>
                  </a:lnTo>
                  <a:cubicBezTo>
                    <a:pt x="3578" y="1290"/>
                    <a:pt x="3605" y="746"/>
                    <a:pt x="3221" y="371"/>
                  </a:cubicBezTo>
                  <a:cubicBezTo>
                    <a:pt x="3029" y="179"/>
                    <a:pt x="2812" y="81"/>
                    <a:pt x="2594" y="81"/>
                  </a:cubicBezTo>
                  <a:cubicBezTo>
                    <a:pt x="2386" y="81"/>
                    <a:pt x="2177" y="170"/>
                    <a:pt x="1990" y="353"/>
                  </a:cubicBezTo>
                  <a:lnTo>
                    <a:pt x="1856" y="389"/>
                  </a:lnTo>
                  <a:lnTo>
                    <a:pt x="1749" y="282"/>
                  </a:lnTo>
                  <a:cubicBezTo>
                    <a:pt x="1562" y="95"/>
                    <a:pt x="1314" y="1"/>
                    <a:pt x="1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3540513" y="1714625"/>
              <a:ext cx="410625" cy="390550"/>
            </a:xfrm>
            <a:custGeom>
              <a:rect b="b" l="l" r="r" t="t"/>
              <a:pathLst>
                <a:path extrusionOk="0" h="15622" w="16425">
                  <a:moveTo>
                    <a:pt x="7360" y="1892"/>
                  </a:moveTo>
                  <a:lnTo>
                    <a:pt x="7360" y="3265"/>
                  </a:lnTo>
                  <a:cubicBezTo>
                    <a:pt x="5201" y="3480"/>
                    <a:pt x="3480" y="5201"/>
                    <a:pt x="3265" y="7351"/>
                  </a:cubicBezTo>
                  <a:lnTo>
                    <a:pt x="1892" y="7351"/>
                  </a:lnTo>
                  <a:cubicBezTo>
                    <a:pt x="2115" y="4443"/>
                    <a:pt x="4443" y="2115"/>
                    <a:pt x="7360" y="1892"/>
                  </a:cubicBezTo>
                  <a:close/>
                  <a:moveTo>
                    <a:pt x="7797" y="4140"/>
                  </a:moveTo>
                  <a:cubicBezTo>
                    <a:pt x="9814" y="4140"/>
                    <a:pt x="11455" y="5781"/>
                    <a:pt x="11455" y="7797"/>
                  </a:cubicBezTo>
                  <a:cubicBezTo>
                    <a:pt x="11455" y="9814"/>
                    <a:pt x="9814" y="11446"/>
                    <a:pt x="7797" y="11446"/>
                  </a:cubicBezTo>
                  <a:cubicBezTo>
                    <a:pt x="5781" y="11446"/>
                    <a:pt x="4149" y="9814"/>
                    <a:pt x="4149" y="7797"/>
                  </a:cubicBezTo>
                  <a:cubicBezTo>
                    <a:pt x="4149" y="5781"/>
                    <a:pt x="5781" y="4140"/>
                    <a:pt x="7797" y="4140"/>
                  </a:cubicBezTo>
                  <a:close/>
                  <a:moveTo>
                    <a:pt x="3265" y="8234"/>
                  </a:moveTo>
                  <a:cubicBezTo>
                    <a:pt x="3480" y="10393"/>
                    <a:pt x="5201" y="12115"/>
                    <a:pt x="7360" y="12329"/>
                  </a:cubicBezTo>
                  <a:lnTo>
                    <a:pt x="7360" y="13703"/>
                  </a:lnTo>
                  <a:cubicBezTo>
                    <a:pt x="4443" y="13480"/>
                    <a:pt x="2115" y="11152"/>
                    <a:pt x="1892" y="8234"/>
                  </a:cubicBezTo>
                  <a:close/>
                  <a:moveTo>
                    <a:pt x="8243" y="1874"/>
                  </a:moveTo>
                  <a:cubicBezTo>
                    <a:pt x="11303" y="2106"/>
                    <a:pt x="13721" y="4675"/>
                    <a:pt x="13721" y="7797"/>
                  </a:cubicBezTo>
                  <a:cubicBezTo>
                    <a:pt x="13721" y="10920"/>
                    <a:pt x="11303" y="13480"/>
                    <a:pt x="8243" y="13721"/>
                  </a:cubicBezTo>
                  <a:lnTo>
                    <a:pt x="8243" y="12338"/>
                  </a:lnTo>
                  <a:cubicBezTo>
                    <a:pt x="10545" y="12115"/>
                    <a:pt x="12356" y="10161"/>
                    <a:pt x="12356" y="7797"/>
                  </a:cubicBezTo>
                  <a:cubicBezTo>
                    <a:pt x="12356" y="5433"/>
                    <a:pt x="10545" y="3480"/>
                    <a:pt x="8243" y="3248"/>
                  </a:cubicBezTo>
                  <a:lnTo>
                    <a:pt x="8243" y="1874"/>
                  </a:lnTo>
                  <a:close/>
                  <a:moveTo>
                    <a:pt x="7360" y="0"/>
                  </a:moveTo>
                  <a:lnTo>
                    <a:pt x="7360" y="964"/>
                  </a:lnTo>
                  <a:cubicBezTo>
                    <a:pt x="3935" y="1187"/>
                    <a:pt x="1187" y="3926"/>
                    <a:pt x="964" y="7351"/>
                  </a:cubicBezTo>
                  <a:lnTo>
                    <a:pt x="0" y="7351"/>
                  </a:lnTo>
                  <a:lnTo>
                    <a:pt x="0" y="8234"/>
                  </a:lnTo>
                  <a:lnTo>
                    <a:pt x="964" y="8234"/>
                  </a:lnTo>
                  <a:cubicBezTo>
                    <a:pt x="1187" y="11660"/>
                    <a:pt x="3926" y="14408"/>
                    <a:pt x="7360" y="14631"/>
                  </a:cubicBezTo>
                  <a:lnTo>
                    <a:pt x="7360" y="15621"/>
                  </a:lnTo>
                  <a:lnTo>
                    <a:pt x="7788" y="15621"/>
                  </a:lnTo>
                  <a:lnTo>
                    <a:pt x="8119" y="15505"/>
                  </a:lnTo>
                  <a:lnTo>
                    <a:pt x="8119" y="14515"/>
                  </a:lnTo>
                  <a:cubicBezTo>
                    <a:pt x="9787" y="14399"/>
                    <a:pt x="11268" y="13828"/>
                    <a:pt x="12454" y="12641"/>
                  </a:cubicBezTo>
                  <a:cubicBezTo>
                    <a:pt x="16424" y="8681"/>
                    <a:pt x="14283" y="1481"/>
                    <a:pt x="8092" y="1080"/>
                  </a:cubicBezTo>
                  <a:lnTo>
                    <a:pt x="8092" y="116"/>
                  </a:lnTo>
                  <a:lnTo>
                    <a:pt x="77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3735213" y="1714625"/>
              <a:ext cx="195175" cy="390550"/>
            </a:xfrm>
            <a:custGeom>
              <a:rect b="b" l="l" r="r" t="t"/>
              <a:pathLst>
                <a:path extrusionOk="0" h="15622" w="7807">
                  <a:moveTo>
                    <a:pt x="455" y="1892"/>
                  </a:moveTo>
                  <a:cubicBezTo>
                    <a:pt x="3364" y="2115"/>
                    <a:pt x="5701" y="4443"/>
                    <a:pt x="5915" y="7351"/>
                  </a:cubicBezTo>
                  <a:lnTo>
                    <a:pt x="4541" y="7351"/>
                  </a:lnTo>
                  <a:cubicBezTo>
                    <a:pt x="4327" y="5201"/>
                    <a:pt x="2605" y="3480"/>
                    <a:pt x="455" y="3265"/>
                  </a:cubicBezTo>
                  <a:lnTo>
                    <a:pt x="455" y="1892"/>
                  </a:lnTo>
                  <a:close/>
                  <a:moveTo>
                    <a:pt x="5915" y="8234"/>
                  </a:moveTo>
                  <a:cubicBezTo>
                    <a:pt x="5701" y="11152"/>
                    <a:pt x="3364" y="13480"/>
                    <a:pt x="455" y="13703"/>
                  </a:cubicBezTo>
                  <a:lnTo>
                    <a:pt x="455" y="12329"/>
                  </a:lnTo>
                  <a:cubicBezTo>
                    <a:pt x="2605" y="12115"/>
                    <a:pt x="4327" y="10393"/>
                    <a:pt x="4541" y="8234"/>
                  </a:cubicBezTo>
                  <a:close/>
                  <a:moveTo>
                    <a:pt x="0" y="0"/>
                  </a:moveTo>
                  <a:lnTo>
                    <a:pt x="0" y="4140"/>
                  </a:lnTo>
                  <a:cubicBezTo>
                    <a:pt x="2017" y="4140"/>
                    <a:pt x="3658" y="5781"/>
                    <a:pt x="3658" y="7797"/>
                  </a:cubicBezTo>
                  <a:cubicBezTo>
                    <a:pt x="3658" y="9814"/>
                    <a:pt x="2017" y="11446"/>
                    <a:pt x="0" y="11446"/>
                  </a:cubicBezTo>
                  <a:lnTo>
                    <a:pt x="0" y="15621"/>
                  </a:lnTo>
                  <a:lnTo>
                    <a:pt x="455" y="15621"/>
                  </a:lnTo>
                  <a:lnTo>
                    <a:pt x="455" y="14658"/>
                  </a:lnTo>
                  <a:cubicBezTo>
                    <a:pt x="3881" y="14435"/>
                    <a:pt x="6620" y="11696"/>
                    <a:pt x="6852" y="8270"/>
                  </a:cubicBezTo>
                  <a:lnTo>
                    <a:pt x="7806" y="8270"/>
                  </a:lnTo>
                  <a:lnTo>
                    <a:pt x="7806" y="7351"/>
                  </a:lnTo>
                  <a:lnTo>
                    <a:pt x="6852" y="7351"/>
                  </a:lnTo>
                  <a:cubicBezTo>
                    <a:pt x="6620" y="3926"/>
                    <a:pt x="3890" y="1187"/>
                    <a:pt x="455" y="964"/>
                  </a:cubicBezTo>
                  <a:lnTo>
                    <a:pt x="4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3"/>
            <p:cNvSpPr/>
            <p:nvPr/>
          </p:nvSpPr>
          <p:spPr>
            <a:xfrm>
              <a:off x="3735888" y="1875300"/>
              <a:ext cx="46400" cy="75525"/>
            </a:xfrm>
            <a:custGeom>
              <a:rect b="b" l="l" r="r" t="t"/>
              <a:pathLst>
                <a:path extrusionOk="0" h="3021" w="1856">
                  <a:moveTo>
                    <a:pt x="791" y="1"/>
                  </a:moveTo>
                  <a:cubicBezTo>
                    <a:pt x="542" y="1"/>
                    <a:pt x="295" y="95"/>
                    <a:pt x="107" y="282"/>
                  </a:cubicBezTo>
                  <a:lnTo>
                    <a:pt x="0" y="389"/>
                  </a:lnTo>
                  <a:lnTo>
                    <a:pt x="0" y="3021"/>
                  </a:lnTo>
                  <a:lnTo>
                    <a:pt x="1481" y="1656"/>
                  </a:lnTo>
                  <a:cubicBezTo>
                    <a:pt x="1856" y="1272"/>
                    <a:pt x="1856" y="657"/>
                    <a:pt x="1481" y="282"/>
                  </a:cubicBezTo>
                  <a:cubicBezTo>
                    <a:pt x="1289" y="95"/>
                    <a:pt x="1040" y="1"/>
                    <a:pt x="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4"/>
          <p:cNvSpPr txBox="1"/>
          <p:nvPr>
            <p:ph type="title"/>
          </p:nvPr>
        </p:nvSpPr>
        <p:spPr>
          <a:xfrm>
            <a:off x="1019350" y="396588"/>
            <a:ext cx="52602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Стресс или лавандовый раф?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59" name="Google Shape;359;p24">
            <a:hlinkClick/>
          </p:cNvPr>
          <p:cNvPicPr preferRelativeResize="0"/>
          <p:nvPr/>
        </p:nvPicPr>
        <p:blipFill rotWithShape="1">
          <a:blip r:embed="rId3">
            <a:alphaModFix/>
          </a:blip>
          <a:srcRect b="466" l="0" r="0" t="466"/>
          <a:stretch/>
        </p:blipFill>
        <p:spPr>
          <a:xfrm>
            <a:off x="8446949" y="550350"/>
            <a:ext cx="265176" cy="26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4" title="1656468005_1-100foto-club-p-lavandovii-raf-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5275" y="1208338"/>
            <a:ext cx="2632700" cy="3290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63000"/>
              </a:srgbClr>
            </a:outerShdw>
          </a:effectLst>
        </p:spPr>
      </p:pic>
      <p:pic>
        <p:nvPicPr>
          <p:cNvPr id="361" name="Google Shape;361;p24" title="istockphoto-1047259374-612x61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5612" y="1827439"/>
            <a:ext cx="3079000" cy="2052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62" name="Google Shape;362;p24"/>
          <p:cNvSpPr txBox="1"/>
          <p:nvPr/>
        </p:nvSpPr>
        <p:spPr>
          <a:xfrm>
            <a:off x="4799938" y="2456275"/>
            <a:ext cx="719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2"/>
                </a:solidFill>
                <a:latin typeface="Tajawal"/>
                <a:ea typeface="Tajawal"/>
                <a:cs typeface="Tajawal"/>
                <a:sym typeface="Tajawal"/>
              </a:rPr>
              <a:t>VS</a:t>
            </a:r>
            <a:endParaRPr b="1" sz="3300">
              <a:solidFill>
                <a:schemeClr val="dk2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63" name="Google Shape;363;p24">
            <a:hlinkClick action="ppaction://hlinksldjump" r:id="rId6"/>
          </p:cNvPr>
          <p:cNvPicPr preferRelativeResize="0"/>
          <p:nvPr/>
        </p:nvPicPr>
        <p:blipFill rotWithShape="1">
          <a:blip r:embed="rId7">
            <a:alphaModFix/>
          </a:blip>
          <a:srcRect b="942" l="0" r="0" t="942"/>
          <a:stretch/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24"/>
          <p:cNvGrpSpPr/>
          <p:nvPr/>
        </p:nvGrpSpPr>
        <p:grpSpPr>
          <a:xfrm>
            <a:off x="189450" y="1640025"/>
            <a:ext cx="390550" cy="390775"/>
            <a:chOff x="3540288" y="2313000"/>
            <a:chExt cx="390550" cy="390775"/>
          </a:xfrm>
        </p:grpSpPr>
        <p:sp>
          <p:nvSpPr>
            <p:cNvPr id="365" name="Google Shape;365;p24"/>
            <p:cNvSpPr/>
            <p:nvPr/>
          </p:nvSpPr>
          <p:spPr>
            <a:xfrm>
              <a:off x="3540288" y="2581075"/>
              <a:ext cx="118675" cy="122700"/>
            </a:xfrm>
            <a:custGeom>
              <a:rect b="b" l="l" r="r" t="t"/>
              <a:pathLst>
                <a:path extrusionOk="0" h="4908" w="4747">
                  <a:moveTo>
                    <a:pt x="4256" y="0"/>
                  </a:moveTo>
                  <a:lnTo>
                    <a:pt x="910" y="3310"/>
                  </a:lnTo>
                  <a:lnTo>
                    <a:pt x="910" y="2275"/>
                  </a:lnTo>
                  <a:lnTo>
                    <a:pt x="0" y="2275"/>
                  </a:lnTo>
                  <a:lnTo>
                    <a:pt x="0" y="4907"/>
                  </a:lnTo>
                  <a:lnTo>
                    <a:pt x="2507" y="4791"/>
                  </a:lnTo>
                  <a:lnTo>
                    <a:pt x="2489" y="4122"/>
                  </a:lnTo>
                  <a:lnTo>
                    <a:pt x="1339" y="4024"/>
                  </a:lnTo>
                  <a:lnTo>
                    <a:pt x="4746" y="607"/>
                  </a:lnTo>
                  <a:lnTo>
                    <a:pt x="4577" y="322"/>
                  </a:lnTo>
                  <a:lnTo>
                    <a:pt x="42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4"/>
            <p:cNvSpPr/>
            <p:nvPr/>
          </p:nvSpPr>
          <p:spPr>
            <a:xfrm>
              <a:off x="3543188" y="2364225"/>
              <a:ext cx="366450" cy="311225"/>
            </a:xfrm>
            <a:custGeom>
              <a:rect b="b" l="l" r="r" t="t"/>
              <a:pathLst>
                <a:path extrusionOk="0" h="12449" w="14658">
                  <a:moveTo>
                    <a:pt x="10712" y="0"/>
                  </a:moveTo>
                  <a:cubicBezTo>
                    <a:pt x="9639" y="0"/>
                    <a:pt x="8565" y="409"/>
                    <a:pt x="7744" y="1225"/>
                  </a:cubicBezTo>
                  <a:lnTo>
                    <a:pt x="7664" y="1315"/>
                  </a:lnTo>
                  <a:lnTo>
                    <a:pt x="7574" y="1225"/>
                  </a:lnTo>
                  <a:cubicBezTo>
                    <a:pt x="6758" y="409"/>
                    <a:pt x="5685" y="1"/>
                    <a:pt x="4611" y="1"/>
                  </a:cubicBezTo>
                  <a:cubicBezTo>
                    <a:pt x="3538" y="1"/>
                    <a:pt x="2463" y="409"/>
                    <a:pt x="1642" y="1225"/>
                  </a:cubicBezTo>
                  <a:cubicBezTo>
                    <a:pt x="0" y="2867"/>
                    <a:pt x="0" y="5525"/>
                    <a:pt x="1642" y="7167"/>
                  </a:cubicBezTo>
                  <a:lnTo>
                    <a:pt x="4060" y="9397"/>
                  </a:lnTo>
                  <a:lnTo>
                    <a:pt x="7681" y="12448"/>
                  </a:lnTo>
                  <a:lnTo>
                    <a:pt x="13409" y="7095"/>
                  </a:lnTo>
                  <a:cubicBezTo>
                    <a:pt x="13444" y="7060"/>
                    <a:pt x="14658" y="6007"/>
                    <a:pt x="14658" y="4125"/>
                  </a:cubicBezTo>
                  <a:cubicBezTo>
                    <a:pt x="14658" y="3001"/>
                    <a:pt x="14292" y="2037"/>
                    <a:pt x="13498" y="1243"/>
                  </a:cubicBezTo>
                  <a:cubicBezTo>
                    <a:pt x="13248" y="994"/>
                    <a:pt x="13159" y="770"/>
                    <a:pt x="12865" y="592"/>
                  </a:cubicBezTo>
                  <a:cubicBezTo>
                    <a:pt x="12203" y="197"/>
                    <a:pt x="11458" y="0"/>
                    <a:pt x="107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4"/>
            <p:cNvSpPr/>
            <p:nvPr/>
          </p:nvSpPr>
          <p:spPr>
            <a:xfrm>
              <a:off x="3540288" y="2589100"/>
              <a:ext cx="122475" cy="114675"/>
            </a:xfrm>
            <a:custGeom>
              <a:rect b="b" l="l" r="r" t="t"/>
              <a:pathLst>
                <a:path extrusionOk="0" h="4587" w="4899">
                  <a:moveTo>
                    <a:pt x="4577" y="1"/>
                  </a:moveTo>
                  <a:lnTo>
                    <a:pt x="0" y="4586"/>
                  </a:lnTo>
                  <a:lnTo>
                    <a:pt x="2623" y="4586"/>
                  </a:lnTo>
                  <a:lnTo>
                    <a:pt x="2623" y="3667"/>
                  </a:lnTo>
                  <a:lnTo>
                    <a:pt x="1535" y="3667"/>
                  </a:lnTo>
                  <a:lnTo>
                    <a:pt x="4898" y="331"/>
                  </a:lnTo>
                  <a:lnTo>
                    <a:pt x="45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4"/>
            <p:cNvSpPr/>
            <p:nvPr/>
          </p:nvSpPr>
          <p:spPr>
            <a:xfrm>
              <a:off x="3644663" y="2378800"/>
              <a:ext cx="281475" cy="303550"/>
            </a:xfrm>
            <a:custGeom>
              <a:rect b="b" l="l" r="r" t="t"/>
              <a:pathLst>
                <a:path extrusionOk="0" h="12142" w="11259">
                  <a:moveTo>
                    <a:pt x="8806" y="0"/>
                  </a:moveTo>
                  <a:lnTo>
                    <a:pt x="1" y="8805"/>
                  </a:lnTo>
                  <a:lnTo>
                    <a:pt x="3604" y="12141"/>
                  </a:lnTo>
                  <a:lnTo>
                    <a:pt x="3604" y="12141"/>
                  </a:lnTo>
                  <a:cubicBezTo>
                    <a:pt x="3613" y="12132"/>
                    <a:pt x="3910" y="11853"/>
                    <a:pt x="9617" y="6566"/>
                  </a:cubicBezTo>
                  <a:cubicBezTo>
                    <a:pt x="11259" y="4925"/>
                    <a:pt x="11259" y="2275"/>
                    <a:pt x="9617" y="634"/>
                  </a:cubicBezTo>
                  <a:cubicBezTo>
                    <a:pt x="9368" y="384"/>
                    <a:pt x="9100" y="170"/>
                    <a:pt x="8806" y="0"/>
                  </a:cubicBezTo>
                  <a:close/>
                  <a:moveTo>
                    <a:pt x="3605" y="12141"/>
                  </a:moveTo>
                  <a:cubicBezTo>
                    <a:pt x="3605" y="12141"/>
                    <a:pt x="3605" y="12141"/>
                    <a:pt x="3604" y="12141"/>
                  </a:cubicBezTo>
                  <a:lnTo>
                    <a:pt x="3604" y="12141"/>
                  </a:lnTo>
                  <a:lnTo>
                    <a:pt x="3604" y="12141"/>
                  </a:lnTo>
                  <a:lnTo>
                    <a:pt x="3604" y="12141"/>
                  </a:lnTo>
                  <a:cubicBezTo>
                    <a:pt x="3604" y="12142"/>
                    <a:pt x="3604" y="12142"/>
                    <a:pt x="3604" y="12142"/>
                  </a:cubicBezTo>
                  <a:cubicBezTo>
                    <a:pt x="3604" y="12142"/>
                    <a:pt x="3604" y="12142"/>
                    <a:pt x="3604" y="12141"/>
                  </a:cubicBezTo>
                  <a:lnTo>
                    <a:pt x="3604" y="12141"/>
                  </a:lnTo>
                  <a:lnTo>
                    <a:pt x="3605" y="12142"/>
                  </a:lnTo>
                  <a:cubicBezTo>
                    <a:pt x="3605" y="12141"/>
                    <a:pt x="3605" y="12141"/>
                    <a:pt x="3605" y="121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3726963" y="2313000"/>
              <a:ext cx="201200" cy="198300"/>
            </a:xfrm>
            <a:custGeom>
              <a:rect b="b" l="l" r="r" t="t"/>
              <a:pathLst>
                <a:path extrusionOk="0" h="7932" w="8048">
                  <a:moveTo>
                    <a:pt x="5808" y="0"/>
                  </a:moveTo>
                  <a:lnTo>
                    <a:pt x="5808" y="1695"/>
                  </a:lnTo>
                  <a:lnTo>
                    <a:pt x="0" y="7458"/>
                  </a:lnTo>
                  <a:lnTo>
                    <a:pt x="330" y="7780"/>
                  </a:lnTo>
                  <a:lnTo>
                    <a:pt x="678" y="7931"/>
                  </a:lnTo>
                  <a:lnTo>
                    <a:pt x="6343" y="2257"/>
                  </a:lnTo>
                  <a:lnTo>
                    <a:pt x="8047" y="2257"/>
                  </a:lnTo>
                  <a:lnTo>
                    <a:pt x="8020" y="1517"/>
                  </a:lnTo>
                  <a:lnTo>
                    <a:pt x="6718" y="1428"/>
                  </a:lnTo>
                  <a:lnTo>
                    <a:pt x="67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4"/>
            <p:cNvSpPr/>
            <p:nvPr/>
          </p:nvSpPr>
          <p:spPr>
            <a:xfrm>
              <a:off x="3735213" y="2348900"/>
              <a:ext cx="195625" cy="167975"/>
            </a:xfrm>
            <a:custGeom>
              <a:rect b="b" l="l" r="r" t="t"/>
              <a:pathLst>
                <a:path extrusionOk="0" h="6719" w="7825">
                  <a:moveTo>
                    <a:pt x="6388" y="1"/>
                  </a:moveTo>
                  <a:lnTo>
                    <a:pt x="0" y="6397"/>
                  </a:lnTo>
                  <a:lnTo>
                    <a:pt x="322" y="6718"/>
                  </a:lnTo>
                  <a:lnTo>
                    <a:pt x="6120" y="920"/>
                  </a:lnTo>
                  <a:lnTo>
                    <a:pt x="7824" y="920"/>
                  </a:lnTo>
                  <a:lnTo>
                    <a:pt x="78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5">
            <a:hlinkClick/>
          </p:cNvPr>
          <p:cNvPicPr preferRelativeResize="0"/>
          <p:nvPr/>
        </p:nvPicPr>
        <p:blipFill rotWithShape="1">
          <a:blip r:embed="rId3">
            <a:alphaModFix/>
          </a:blip>
          <a:srcRect b="466" l="0" r="0" t="466"/>
          <a:stretch/>
        </p:blipFill>
        <p:spPr>
          <a:xfrm>
            <a:off x="7472087" y="478225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5"/>
          <p:cNvSpPr txBox="1"/>
          <p:nvPr>
            <p:ph type="title"/>
          </p:nvPr>
        </p:nvSpPr>
        <p:spPr>
          <a:xfrm>
            <a:off x="1842744" y="189900"/>
            <a:ext cx="54585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ourier New"/>
                <a:ea typeface="Courier New"/>
                <a:cs typeface="Courier New"/>
                <a:sym typeface="Courier New"/>
              </a:rPr>
              <a:t>Почему об этом все говорят?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7" name="Google Shape;377;p25"/>
          <p:cNvSpPr txBox="1"/>
          <p:nvPr>
            <p:ph idx="1" type="subTitle"/>
          </p:nvPr>
        </p:nvSpPr>
        <p:spPr>
          <a:xfrm>
            <a:off x="1936125" y="1380650"/>
            <a:ext cx="5921100" cy="8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75%</a:t>
            </a:r>
            <a:endParaRPr b="1" sz="49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Low-code/No-code инструментов</a:t>
            </a:r>
            <a:endParaRPr sz="22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78" name="Google Shape;378;p25">
            <a:hlinkClick action="ppaction://hlinkshowjump?jump=previousslid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5">
            <a:hlinkClick action="ppaction://hlinkshowjump?jump=nextslid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5">
            <a:hlinkClick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1" name="Google Shape;381;p25">
            <a:hlinkClick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2" name="Google Shape;382;p25">
            <a:hlinkClick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3" name="Google Shape;383;p25">
            <a:hlinkClick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4" name="Google Shape;384;p25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942" l="0" r="0" t="942"/>
          <a:stretch/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5"/>
          <p:cNvSpPr txBox="1"/>
          <p:nvPr/>
        </p:nvSpPr>
        <p:spPr>
          <a:xfrm>
            <a:off x="2140875" y="2550913"/>
            <a:ext cx="54585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«написание кода» </a:t>
            </a:r>
            <a:endParaRPr sz="19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6" name="Google Shape;386;p25">
            <a:hlinkClick/>
          </p:cNvPr>
          <p:cNvPicPr preferRelativeResize="0"/>
          <p:nvPr/>
        </p:nvPicPr>
        <p:blipFill rotWithShape="1">
          <a:blip r:embed="rId7">
            <a:alphaModFix/>
          </a:blip>
          <a:srcRect b="0" l="397" r="397" t="0"/>
          <a:stretch/>
        </p:blipFill>
        <p:spPr>
          <a:xfrm rot="10800000">
            <a:off x="4718825" y="3301375"/>
            <a:ext cx="302603" cy="3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5"/>
          <p:cNvSpPr txBox="1"/>
          <p:nvPr/>
        </p:nvSpPr>
        <p:spPr>
          <a:xfrm>
            <a:off x="2356275" y="3520325"/>
            <a:ext cx="5027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«сборка из кубиков»</a:t>
            </a:r>
            <a:endParaRPr sz="19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26"/>
          <p:cNvGrpSpPr/>
          <p:nvPr/>
        </p:nvGrpSpPr>
        <p:grpSpPr>
          <a:xfrm>
            <a:off x="1114048" y="1339950"/>
            <a:ext cx="2370989" cy="3056400"/>
            <a:chOff x="1114048" y="1339950"/>
            <a:chExt cx="2370989" cy="3056400"/>
          </a:xfrm>
        </p:grpSpPr>
        <p:sp>
          <p:nvSpPr>
            <p:cNvPr id="393" name="Google Shape;393;p26"/>
            <p:cNvSpPr/>
            <p:nvPr/>
          </p:nvSpPr>
          <p:spPr>
            <a:xfrm>
              <a:off x="1114050" y="1796850"/>
              <a:ext cx="2370900" cy="2599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1114048" y="1339950"/>
              <a:ext cx="18828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2996938" y="1339950"/>
              <a:ext cx="4881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6" name="Google Shape;396;p26"/>
          <p:cNvGrpSpPr/>
          <p:nvPr/>
        </p:nvGrpSpPr>
        <p:grpSpPr>
          <a:xfrm>
            <a:off x="3707998" y="1339950"/>
            <a:ext cx="2370989" cy="3056400"/>
            <a:chOff x="3707998" y="1339950"/>
            <a:chExt cx="2370989" cy="3056400"/>
          </a:xfrm>
        </p:grpSpPr>
        <p:sp>
          <p:nvSpPr>
            <p:cNvPr id="397" name="Google Shape;397;p26"/>
            <p:cNvSpPr/>
            <p:nvPr/>
          </p:nvSpPr>
          <p:spPr>
            <a:xfrm>
              <a:off x="3708000" y="1796850"/>
              <a:ext cx="2370900" cy="2599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3707998" y="1339950"/>
              <a:ext cx="18828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5590888" y="1339950"/>
              <a:ext cx="4881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26"/>
          <p:cNvGrpSpPr/>
          <p:nvPr/>
        </p:nvGrpSpPr>
        <p:grpSpPr>
          <a:xfrm>
            <a:off x="6301948" y="1339950"/>
            <a:ext cx="2370989" cy="3056400"/>
            <a:chOff x="6301948" y="1339950"/>
            <a:chExt cx="2370989" cy="3056400"/>
          </a:xfrm>
        </p:grpSpPr>
        <p:sp>
          <p:nvSpPr>
            <p:cNvPr id="401" name="Google Shape;401;p26"/>
            <p:cNvSpPr/>
            <p:nvPr/>
          </p:nvSpPr>
          <p:spPr>
            <a:xfrm>
              <a:off x="6301950" y="1796850"/>
              <a:ext cx="2370900" cy="25995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6301948" y="1339950"/>
              <a:ext cx="18828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8184838" y="1339950"/>
              <a:ext cx="488100" cy="456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04" name="Google Shape;404;p26">
            <a:hlinkClick/>
          </p:cNvPr>
          <p:cNvPicPr preferRelativeResize="0"/>
          <p:nvPr/>
        </p:nvPicPr>
        <p:blipFill rotWithShape="1">
          <a:blip r:embed="rId3">
            <a:alphaModFix/>
          </a:blip>
          <a:srcRect b="475" l="0" r="0" t="466"/>
          <a:stretch/>
        </p:blipFill>
        <p:spPr>
          <a:xfrm>
            <a:off x="3108225" y="1445425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6">
            <a:hlinkClick/>
          </p:cNvPr>
          <p:cNvPicPr preferRelativeResize="0"/>
          <p:nvPr/>
        </p:nvPicPr>
        <p:blipFill rotWithShape="1">
          <a:blip r:embed="rId3">
            <a:alphaModFix/>
          </a:blip>
          <a:srcRect b="475" l="0" r="0" t="466"/>
          <a:stretch/>
        </p:blipFill>
        <p:spPr>
          <a:xfrm>
            <a:off x="5702175" y="1445425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6">
            <a:hlinkClick/>
          </p:cNvPr>
          <p:cNvPicPr preferRelativeResize="0"/>
          <p:nvPr/>
        </p:nvPicPr>
        <p:blipFill rotWithShape="1">
          <a:blip r:embed="rId3">
            <a:alphaModFix/>
          </a:blip>
          <a:srcRect b="475" l="0" r="0" t="466"/>
          <a:stretch/>
        </p:blipFill>
        <p:spPr>
          <a:xfrm>
            <a:off x="8291225" y="1445425"/>
            <a:ext cx="265550" cy="2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6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ourier New"/>
                <a:ea typeface="Courier New"/>
                <a:cs typeface="Courier New"/>
                <a:sym typeface="Courier New"/>
              </a:rPr>
              <a:t>Основные понятия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8" name="Google Shape;408;p26"/>
          <p:cNvSpPr txBox="1"/>
          <p:nvPr/>
        </p:nvSpPr>
        <p:spPr>
          <a:xfrm>
            <a:off x="1114050" y="1339950"/>
            <a:ext cx="17895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NO-CODE</a:t>
            </a:r>
            <a:endParaRPr b="1"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9" name="Google Shape;409;p26"/>
          <p:cNvSpPr txBox="1"/>
          <p:nvPr/>
        </p:nvSpPr>
        <p:spPr>
          <a:xfrm>
            <a:off x="1114150" y="2110468"/>
            <a:ext cx="23709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Drag-and-drop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Создание систем через визуальный интерфейс</a:t>
            </a:r>
            <a:r>
              <a:rPr lang="en" sz="16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0" name="Google Shape;410;p26"/>
          <p:cNvSpPr txBox="1"/>
          <p:nvPr/>
        </p:nvSpPr>
        <p:spPr>
          <a:xfrm>
            <a:off x="3794450" y="2110475"/>
            <a:ext cx="21981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База визуальная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8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но есть возможность вставки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скриптов (JS, Python)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для кастомной логики</a:t>
            </a:r>
            <a:endParaRPr sz="18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1" name="Google Shape;411;p26"/>
          <p:cNvSpPr txBox="1"/>
          <p:nvPr/>
        </p:nvSpPr>
        <p:spPr>
          <a:xfrm>
            <a:off x="6388400" y="2487840"/>
            <a:ext cx="21981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Написание кода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с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нуля с использованием фреймворков: Spring, Laravel, Symphony </a:t>
            </a:r>
            <a:endParaRPr sz="18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2" name="Google Shape;412;p26"/>
          <p:cNvSpPr txBox="1"/>
          <p:nvPr/>
        </p:nvSpPr>
        <p:spPr>
          <a:xfrm>
            <a:off x="3708000" y="1339950"/>
            <a:ext cx="17895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LOW-CODE</a:t>
            </a:r>
            <a:endParaRPr b="1"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3" name="Google Shape;413;p26"/>
          <p:cNvSpPr txBox="1"/>
          <p:nvPr/>
        </p:nvSpPr>
        <p:spPr>
          <a:xfrm>
            <a:off x="6301950" y="1339950"/>
            <a:ext cx="17895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PRO-CODE</a:t>
            </a:r>
            <a:endParaRPr b="1"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14" name="Google Shape;414;p26">
            <a:hlinkClick/>
          </p:cNvPr>
          <p:cNvPicPr preferRelativeResize="0"/>
          <p:nvPr/>
        </p:nvPicPr>
        <p:blipFill rotWithShape="1">
          <a:blip r:embed="rId3">
            <a:alphaModFix/>
          </a:blip>
          <a:srcRect b="475" l="0" r="0" t="466"/>
          <a:stretch/>
        </p:blipFill>
        <p:spPr>
          <a:xfrm>
            <a:off x="8446575" y="550350"/>
            <a:ext cx="265550" cy="2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6">
            <a:hlinkClick action="ppaction://hlinkshowjump?jump=previousslid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6">
            <a:hlinkClick action="ppaction://hlinkshowjump?jump=nextslid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6">
            <a:hlinkClick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8" name="Google Shape;418;p26">
            <a:hlinkClick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9" name="Google Shape;419;p26">
            <a:hlinkClick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0" name="Google Shape;420;p26">
            <a:hlinkClick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21" name="Google Shape;421;p26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942" l="0" r="0" t="942"/>
          <a:stretch/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27"/>
          <p:cNvGrpSpPr/>
          <p:nvPr/>
        </p:nvGrpSpPr>
        <p:grpSpPr>
          <a:xfrm>
            <a:off x="1639850" y="2972325"/>
            <a:ext cx="2526000" cy="1403100"/>
            <a:chOff x="1639850" y="2972325"/>
            <a:chExt cx="2526000" cy="1403100"/>
          </a:xfrm>
        </p:grpSpPr>
        <p:sp>
          <p:nvSpPr>
            <p:cNvPr id="427" name="Google Shape;427;p27"/>
            <p:cNvSpPr/>
            <p:nvPr/>
          </p:nvSpPr>
          <p:spPr>
            <a:xfrm>
              <a:off x="1801924" y="2972325"/>
              <a:ext cx="900900" cy="4329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1639850" y="3150525"/>
              <a:ext cx="2526000" cy="1224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9" name="Google Shape;429;p27"/>
          <p:cNvGrpSpPr/>
          <p:nvPr/>
        </p:nvGrpSpPr>
        <p:grpSpPr>
          <a:xfrm>
            <a:off x="5637150" y="2972325"/>
            <a:ext cx="2526000" cy="1403100"/>
            <a:chOff x="5637150" y="2972325"/>
            <a:chExt cx="2526000" cy="1403100"/>
          </a:xfrm>
        </p:grpSpPr>
        <p:sp>
          <p:nvSpPr>
            <p:cNvPr id="430" name="Google Shape;430;p27"/>
            <p:cNvSpPr/>
            <p:nvPr/>
          </p:nvSpPr>
          <p:spPr>
            <a:xfrm>
              <a:off x="5799224" y="2972325"/>
              <a:ext cx="900900" cy="4329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5637150" y="3150525"/>
              <a:ext cx="2526000" cy="1224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" name="Google Shape;432;p27"/>
          <p:cNvGrpSpPr/>
          <p:nvPr/>
        </p:nvGrpSpPr>
        <p:grpSpPr>
          <a:xfrm>
            <a:off x="1639850" y="1168762"/>
            <a:ext cx="2526000" cy="1403111"/>
            <a:chOff x="1639850" y="1168762"/>
            <a:chExt cx="2526000" cy="1403111"/>
          </a:xfrm>
        </p:grpSpPr>
        <p:sp>
          <p:nvSpPr>
            <p:cNvPr id="433" name="Google Shape;433;p27"/>
            <p:cNvSpPr/>
            <p:nvPr/>
          </p:nvSpPr>
          <p:spPr>
            <a:xfrm>
              <a:off x="1801924" y="1168762"/>
              <a:ext cx="900900" cy="4329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1639850" y="1346973"/>
              <a:ext cx="2526000" cy="1224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27"/>
          <p:cNvSpPr txBox="1"/>
          <p:nvPr>
            <p:ph type="title"/>
          </p:nvPr>
        </p:nvSpPr>
        <p:spPr>
          <a:xfrm>
            <a:off x="1031613" y="379213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ourier New"/>
                <a:ea typeface="Courier New"/>
                <a:cs typeface="Courier New"/>
                <a:sym typeface="Courier New"/>
              </a:rPr>
              <a:t>Ключевые характеристики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6" name="Google Shape;436;p27">
            <a:hlinkClick/>
          </p:cNvPr>
          <p:cNvSpPr txBox="1"/>
          <p:nvPr>
            <p:ph idx="1" type="subTitle"/>
          </p:nvPr>
        </p:nvSpPr>
        <p:spPr>
          <a:xfrm>
            <a:off x="1814598" y="3043153"/>
            <a:ext cx="2176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Доступность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" name="Google Shape;437;p27"/>
          <p:cNvSpPr txBox="1"/>
          <p:nvPr>
            <p:ph idx="2" type="subTitle"/>
          </p:nvPr>
        </p:nvSpPr>
        <p:spPr>
          <a:xfrm>
            <a:off x="1639850" y="3654575"/>
            <a:ext cx="2526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Не нужно быть программистом чтобы с ними работать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38" name="Google Shape;438;p27"/>
          <p:cNvGrpSpPr/>
          <p:nvPr/>
        </p:nvGrpSpPr>
        <p:grpSpPr>
          <a:xfrm>
            <a:off x="5637150" y="1168762"/>
            <a:ext cx="2526000" cy="1403111"/>
            <a:chOff x="5637150" y="1168762"/>
            <a:chExt cx="2526000" cy="1403111"/>
          </a:xfrm>
        </p:grpSpPr>
        <p:sp>
          <p:nvSpPr>
            <p:cNvPr id="439" name="Google Shape;439;p27"/>
            <p:cNvSpPr/>
            <p:nvPr/>
          </p:nvSpPr>
          <p:spPr>
            <a:xfrm>
              <a:off x="5799224" y="1168762"/>
              <a:ext cx="900900" cy="4329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5637150" y="1346973"/>
              <a:ext cx="2526000" cy="1224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27">
            <a:hlinkClick/>
          </p:cNvPr>
          <p:cNvSpPr txBox="1"/>
          <p:nvPr>
            <p:ph idx="3" type="subTitle"/>
          </p:nvPr>
        </p:nvSpPr>
        <p:spPr>
          <a:xfrm>
            <a:off x="5811898" y="3068173"/>
            <a:ext cx="2176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Ограниченность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2" name="Google Shape;442;p27"/>
          <p:cNvSpPr txBox="1"/>
          <p:nvPr>
            <p:ph idx="4" type="subTitle"/>
          </p:nvPr>
        </p:nvSpPr>
        <p:spPr>
          <a:xfrm>
            <a:off x="5637150" y="3654575"/>
            <a:ext cx="2526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Ограниченный функционал и Vendor Lock-in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3" name="Google Shape;443;p27">
            <a:hlinkClick/>
          </p:cNvPr>
          <p:cNvSpPr txBox="1"/>
          <p:nvPr>
            <p:ph idx="5" type="subTitle"/>
          </p:nvPr>
        </p:nvSpPr>
        <p:spPr>
          <a:xfrm>
            <a:off x="1814598" y="1244610"/>
            <a:ext cx="2176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Скорость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4" name="Google Shape;444;p27"/>
          <p:cNvSpPr txBox="1"/>
          <p:nvPr>
            <p:ph idx="6" type="subTitle"/>
          </p:nvPr>
        </p:nvSpPr>
        <p:spPr>
          <a:xfrm>
            <a:off x="1639850" y="1666575"/>
            <a:ext cx="2526000" cy="857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CMS и конструкторы сайтов позволяют быстро выйти в production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5" name="Google Shape;445;p27">
            <a:hlinkClick/>
          </p:cNvPr>
          <p:cNvSpPr txBox="1"/>
          <p:nvPr>
            <p:ph idx="7" type="subTitle"/>
          </p:nvPr>
        </p:nvSpPr>
        <p:spPr>
          <a:xfrm>
            <a:off x="5811898" y="1244610"/>
            <a:ext cx="21765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Стоимоcть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6" name="Google Shape;446;p27"/>
          <p:cNvSpPr txBox="1"/>
          <p:nvPr>
            <p:ph idx="8" type="subTitle"/>
          </p:nvPr>
        </p:nvSpPr>
        <p:spPr>
          <a:xfrm>
            <a:off x="5637150" y="1808925"/>
            <a:ext cx="2526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Основные траты идут на хостинг (И то не много)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47" name="Google Shape;447;p27">
            <a:hlinkClick action="ppaction://hlinkshowjump?jump=previousslide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>
            <a:hlinkClick action="ppaction://hlinkshowjump?jump=nextslide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7">
            <a:hlinkClick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0" name="Google Shape;450;p27">
            <a:hlinkClick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1" name="Google Shape;451;p27">
            <a:hlinkClick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2" name="Google Shape;452;p27">
            <a:hlinkClick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53" name="Google Shape;453;p27">
            <a:hlinkClick action="ppaction://hlinksldjump" r:id="rId4"/>
          </p:cNvPr>
          <p:cNvPicPr preferRelativeResize="0"/>
          <p:nvPr/>
        </p:nvPicPr>
        <p:blipFill rotWithShape="1">
          <a:blip r:embed="rId5">
            <a:alphaModFix/>
          </a:blip>
          <a:srcRect b="942" l="0" r="0" t="942"/>
          <a:stretch/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7">
            <a:hlinkClick/>
          </p:cNvPr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8446949" y="550350"/>
            <a:ext cx="265176" cy="26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28"/>
          <p:cNvGrpSpPr/>
          <p:nvPr/>
        </p:nvGrpSpPr>
        <p:grpSpPr>
          <a:xfrm>
            <a:off x="1301925" y="2600798"/>
            <a:ext cx="2176500" cy="1635830"/>
            <a:chOff x="1301925" y="2658223"/>
            <a:chExt cx="2176500" cy="1635830"/>
          </a:xfrm>
        </p:grpSpPr>
        <p:sp>
          <p:nvSpPr>
            <p:cNvPr id="460" name="Google Shape;460;p28"/>
            <p:cNvSpPr/>
            <p:nvPr/>
          </p:nvSpPr>
          <p:spPr>
            <a:xfrm>
              <a:off x="1444816" y="2658223"/>
              <a:ext cx="794400" cy="3816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8"/>
            <p:cNvSpPr/>
            <p:nvPr/>
          </p:nvSpPr>
          <p:spPr>
            <a:xfrm>
              <a:off x="1301925" y="2815353"/>
              <a:ext cx="2176500" cy="1478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2" name="Google Shape;462;p28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ourier New"/>
                <a:ea typeface="Courier New"/>
                <a:cs typeface="Courier New"/>
                <a:sym typeface="Courier New"/>
              </a:rPr>
              <a:t>Архитектурные модели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3" name="Google Shape;463;p28"/>
          <p:cNvSpPr txBox="1"/>
          <p:nvPr>
            <p:ph idx="1" type="subTitle"/>
          </p:nvPr>
        </p:nvSpPr>
        <p:spPr>
          <a:xfrm>
            <a:off x="1451175" y="2690325"/>
            <a:ext cx="18780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Tilda / Wix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4" name="Google Shape;464;p28"/>
          <p:cNvSpPr txBox="1"/>
          <p:nvPr>
            <p:ph idx="2" type="subTitle"/>
          </p:nvPr>
        </p:nvSpPr>
        <p:spPr>
          <a:xfrm>
            <a:off x="1301925" y="3413975"/>
            <a:ext cx="2176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Простые генераторы HTML/CSS/JS</a:t>
            </a:r>
            <a:endParaRPr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65" name="Google Shape;465;p28"/>
          <p:cNvGrpSpPr/>
          <p:nvPr/>
        </p:nvGrpSpPr>
        <p:grpSpPr>
          <a:xfrm>
            <a:off x="3805250" y="2600798"/>
            <a:ext cx="2176500" cy="1635830"/>
            <a:chOff x="3805250" y="2658223"/>
            <a:chExt cx="2176500" cy="1635830"/>
          </a:xfrm>
        </p:grpSpPr>
        <p:sp>
          <p:nvSpPr>
            <p:cNvPr id="466" name="Google Shape;466;p28"/>
            <p:cNvSpPr/>
            <p:nvPr/>
          </p:nvSpPr>
          <p:spPr>
            <a:xfrm>
              <a:off x="3948141" y="2658223"/>
              <a:ext cx="794400" cy="3816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8"/>
            <p:cNvSpPr/>
            <p:nvPr/>
          </p:nvSpPr>
          <p:spPr>
            <a:xfrm>
              <a:off x="3805250" y="2815353"/>
              <a:ext cx="2176500" cy="1478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" name="Google Shape;468;p28"/>
          <p:cNvGrpSpPr/>
          <p:nvPr/>
        </p:nvGrpSpPr>
        <p:grpSpPr>
          <a:xfrm>
            <a:off x="6308575" y="2600798"/>
            <a:ext cx="2176500" cy="1635830"/>
            <a:chOff x="6308575" y="2658223"/>
            <a:chExt cx="2176500" cy="1635830"/>
          </a:xfrm>
        </p:grpSpPr>
        <p:sp>
          <p:nvSpPr>
            <p:cNvPr id="469" name="Google Shape;469;p28"/>
            <p:cNvSpPr/>
            <p:nvPr/>
          </p:nvSpPr>
          <p:spPr>
            <a:xfrm>
              <a:off x="6451466" y="2658223"/>
              <a:ext cx="794400" cy="3816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8"/>
            <p:cNvSpPr/>
            <p:nvPr/>
          </p:nvSpPr>
          <p:spPr>
            <a:xfrm>
              <a:off x="6308575" y="2815353"/>
              <a:ext cx="2176500" cy="14787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1" name="Google Shape;471;p28"/>
          <p:cNvSpPr txBox="1"/>
          <p:nvPr>
            <p:ph idx="5" type="subTitle"/>
          </p:nvPr>
        </p:nvSpPr>
        <p:spPr>
          <a:xfrm>
            <a:off x="3954500" y="2655150"/>
            <a:ext cx="18780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Webflow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2" name="Google Shape;472;p28"/>
          <p:cNvSpPr txBox="1"/>
          <p:nvPr>
            <p:ph idx="6" type="subTitle"/>
          </p:nvPr>
        </p:nvSpPr>
        <p:spPr>
          <a:xfrm>
            <a:off x="3805250" y="3314550"/>
            <a:ext cx="2176500" cy="71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Генератор фронтенда с примесью CMS системы</a:t>
            </a:r>
            <a:endParaRPr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3" name="Google Shape;473;p28"/>
          <p:cNvSpPr txBox="1"/>
          <p:nvPr>
            <p:ph idx="4" type="subTitle"/>
          </p:nvPr>
        </p:nvSpPr>
        <p:spPr>
          <a:xfrm>
            <a:off x="6457825" y="3459550"/>
            <a:ext cx="1878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Полноценная расширяемая CMS система</a:t>
            </a:r>
            <a:endParaRPr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4" name="Google Shape;474;p28"/>
          <p:cNvSpPr txBox="1"/>
          <p:nvPr>
            <p:ph idx="3" type="subTitle"/>
          </p:nvPr>
        </p:nvSpPr>
        <p:spPr>
          <a:xfrm>
            <a:off x="6457825" y="2655150"/>
            <a:ext cx="1878000" cy="46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Wordpress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2000925" y="1404413"/>
            <a:ext cx="778500" cy="778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8"/>
          <p:cNvSpPr/>
          <p:nvPr/>
        </p:nvSpPr>
        <p:spPr>
          <a:xfrm>
            <a:off x="4504250" y="1404413"/>
            <a:ext cx="778500" cy="778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8"/>
          <p:cNvSpPr/>
          <p:nvPr/>
        </p:nvSpPr>
        <p:spPr>
          <a:xfrm>
            <a:off x="7007575" y="1404413"/>
            <a:ext cx="778500" cy="778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28"/>
          <p:cNvGrpSpPr/>
          <p:nvPr/>
        </p:nvGrpSpPr>
        <p:grpSpPr>
          <a:xfrm>
            <a:off x="2160280" y="1604837"/>
            <a:ext cx="459795" cy="377386"/>
            <a:chOff x="4976750" y="2501850"/>
            <a:chExt cx="390550" cy="320525"/>
          </a:xfrm>
        </p:grpSpPr>
        <p:sp>
          <p:nvSpPr>
            <p:cNvPr id="479" name="Google Shape;479;p28"/>
            <p:cNvSpPr/>
            <p:nvPr/>
          </p:nvSpPr>
          <p:spPr>
            <a:xfrm>
              <a:off x="5103425" y="2501850"/>
              <a:ext cx="134300" cy="68725"/>
            </a:xfrm>
            <a:custGeom>
              <a:rect b="b" l="l" r="r" t="t"/>
              <a:pathLst>
                <a:path extrusionOk="0" h="2749" w="5372">
                  <a:moveTo>
                    <a:pt x="1383" y="1"/>
                  </a:moveTo>
                  <a:cubicBezTo>
                    <a:pt x="616" y="1"/>
                    <a:pt x="1" y="625"/>
                    <a:pt x="1" y="1393"/>
                  </a:cubicBezTo>
                  <a:lnTo>
                    <a:pt x="1" y="2749"/>
                  </a:lnTo>
                  <a:lnTo>
                    <a:pt x="911" y="2749"/>
                  </a:lnTo>
                  <a:lnTo>
                    <a:pt x="911" y="1393"/>
                  </a:lnTo>
                  <a:cubicBezTo>
                    <a:pt x="911" y="1134"/>
                    <a:pt x="1125" y="920"/>
                    <a:pt x="1383" y="920"/>
                  </a:cubicBezTo>
                  <a:lnTo>
                    <a:pt x="2748" y="920"/>
                  </a:lnTo>
                  <a:lnTo>
                    <a:pt x="4265" y="795"/>
                  </a:lnTo>
                  <a:cubicBezTo>
                    <a:pt x="4515" y="795"/>
                    <a:pt x="4729" y="1009"/>
                    <a:pt x="4729" y="1268"/>
                  </a:cubicBezTo>
                  <a:lnTo>
                    <a:pt x="4729" y="2633"/>
                  </a:lnTo>
                  <a:lnTo>
                    <a:pt x="5371" y="2633"/>
                  </a:lnTo>
                  <a:lnTo>
                    <a:pt x="5371" y="1509"/>
                  </a:lnTo>
                  <a:cubicBezTo>
                    <a:pt x="5371" y="750"/>
                    <a:pt x="4747" y="126"/>
                    <a:pt x="3988" y="126"/>
                  </a:cubicBezTo>
                  <a:lnTo>
                    <a:pt x="2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5172125" y="2501850"/>
              <a:ext cx="68700" cy="68725"/>
            </a:xfrm>
            <a:custGeom>
              <a:rect b="b" l="l" r="r" t="t"/>
              <a:pathLst>
                <a:path extrusionOk="0" h="2749" w="2748">
                  <a:moveTo>
                    <a:pt x="0" y="1"/>
                  </a:moveTo>
                  <a:lnTo>
                    <a:pt x="0" y="920"/>
                  </a:lnTo>
                  <a:lnTo>
                    <a:pt x="1356" y="920"/>
                  </a:lnTo>
                  <a:cubicBezTo>
                    <a:pt x="1615" y="920"/>
                    <a:pt x="1829" y="1134"/>
                    <a:pt x="1829" y="1393"/>
                  </a:cubicBezTo>
                  <a:lnTo>
                    <a:pt x="1829" y="2749"/>
                  </a:lnTo>
                  <a:lnTo>
                    <a:pt x="2748" y="2749"/>
                  </a:lnTo>
                  <a:lnTo>
                    <a:pt x="2748" y="1393"/>
                  </a:lnTo>
                  <a:cubicBezTo>
                    <a:pt x="2748" y="625"/>
                    <a:pt x="2124" y="1"/>
                    <a:pt x="1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4976750" y="2547800"/>
              <a:ext cx="382950" cy="274575"/>
            </a:xfrm>
            <a:custGeom>
              <a:rect b="b" l="l" r="r" t="t"/>
              <a:pathLst>
                <a:path extrusionOk="0" h="10983" w="15318">
                  <a:moveTo>
                    <a:pt x="0" y="1"/>
                  </a:moveTo>
                  <a:lnTo>
                    <a:pt x="0" y="10982"/>
                  </a:lnTo>
                  <a:lnTo>
                    <a:pt x="7815" y="10982"/>
                  </a:lnTo>
                  <a:lnTo>
                    <a:pt x="15318" y="10527"/>
                  </a:lnTo>
                  <a:lnTo>
                    <a:pt x="15318" y="456"/>
                  </a:lnTo>
                  <a:lnTo>
                    <a:pt x="78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5172125" y="2547800"/>
              <a:ext cx="195175" cy="274575"/>
            </a:xfrm>
            <a:custGeom>
              <a:rect b="b" l="l" r="r" t="t"/>
              <a:pathLst>
                <a:path extrusionOk="0" h="10983" w="7807">
                  <a:moveTo>
                    <a:pt x="0" y="1"/>
                  </a:moveTo>
                  <a:lnTo>
                    <a:pt x="0" y="10982"/>
                  </a:lnTo>
                  <a:lnTo>
                    <a:pt x="4604" y="10982"/>
                  </a:lnTo>
                  <a:lnTo>
                    <a:pt x="7503" y="10554"/>
                  </a:lnTo>
                  <a:lnTo>
                    <a:pt x="7806" y="7780"/>
                  </a:lnTo>
                  <a:lnTo>
                    <a:pt x="7806" y="3203"/>
                  </a:lnTo>
                  <a:lnTo>
                    <a:pt x="7539" y="456"/>
                  </a:lnTo>
                  <a:lnTo>
                    <a:pt x="46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4976750" y="2547800"/>
              <a:ext cx="80100" cy="80100"/>
            </a:xfrm>
            <a:custGeom>
              <a:rect b="b" l="l" r="r" t="t"/>
              <a:pathLst>
                <a:path extrusionOk="0" h="3204" w="3204">
                  <a:moveTo>
                    <a:pt x="0" y="1"/>
                  </a:moveTo>
                  <a:lnTo>
                    <a:pt x="0" y="3203"/>
                  </a:lnTo>
                  <a:lnTo>
                    <a:pt x="455" y="3203"/>
                  </a:lnTo>
                  <a:cubicBezTo>
                    <a:pt x="1972" y="3203"/>
                    <a:pt x="3203" y="1972"/>
                    <a:pt x="3203" y="456"/>
                  </a:cubicBezTo>
                  <a:lnTo>
                    <a:pt x="32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5287200" y="2547800"/>
              <a:ext cx="80100" cy="80100"/>
            </a:xfrm>
            <a:custGeom>
              <a:rect b="b" l="l" r="r" t="t"/>
              <a:pathLst>
                <a:path extrusionOk="0" h="3204" w="3204">
                  <a:moveTo>
                    <a:pt x="1" y="1"/>
                  </a:moveTo>
                  <a:lnTo>
                    <a:pt x="1" y="456"/>
                  </a:lnTo>
                  <a:cubicBezTo>
                    <a:pt x="1" y="1972"/>
                    <a:pt x="1232" y="3203"/>
                    <a:pt x="2748" y="3203"/>
                  </a:cubicBezTo>
                  <a:lnTo>
                    <a:pt x="3203" y="3203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5287200" y="2742275"/>
              <a:ext cx="80100" cy="80100"/>
            </a:xfrm>
            <a:custGeom>
              <a:rect b="b" l="l" r="r" t="t"/>
              <a:pathLst>
                <a:path extrusionOk="0" h="3204" w="3204">
                  <a:moveTo>
                    <a:pt x="2748" y="1"/>
                  </a:moveTo>
                  <a:cubicBezTo>
                    <a:pt x="1232" y="1"/>
                    <a:pt x="1" y="1232"/>
                    <a:pt x="1" y="2748"/>
                  </a:cubicBezTo>
                  <a:lnTo>
                    <a:pt x="1" y="3203"/>
                  </a:lnTo>
                  <a:lnTo>
                    <a:pt x="3203" y="3203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4976750" y="2742275"/>
              <a:ext cx="80100" cy="80100"/>
            </a:xfrm>
            <a:custGeom>
              <a:rect b="b" l="l" r="r" t="t"/>
              <a:pathLst>
                <a:path extrusionOk="0" h="3204" w="3204">
                  <a:moveTo>
                    <a:pt x="0" y="1"/>
                  </a:moveTo>
                  <a:lnTo>
                    <a:pt x="0" y="3203"/>
                  </a:lnTo>
                  <a:lnTo>
                    <a:pt x="3203" y="3203"/>
                  </a:lnTo>
                  <a:lnTo>
                    <a:pt x="3203" y="2748"/>
                  </a:lnTo>
                  <a:cubicBezTo>
                    <a:pt x="3203" y="1232"/>
                    <a:pt x="1972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8"/>
            <p:cNvSpPr/>
            <p:nvPr/>
          </p:nvSpPr>
          <p:spPr>
            <a:xfrm>
              <a:off x="5107675" y="2632675"/>
              <a:ext cx="124900" cy="104950"/>
            </a:xfrm>
            <a:custGeom>
              <a:rect b="b" l="l" r="r" t="t"/>
              <a:pathLst>
                <a:path extrusionOk="0" h="4198" w="4996">
                  <a:moveTo>
                    <a:pt x="1477" y="0"/>
                  </a:moveTo>
                  <a:cubicBezTo>
                    <a:pt x="1133" y="0"/>
                    <a:pt x="790" y="129"/>
                    <a:pt x="526" y="388"/>
                  </a:cubicBezTo>
                  <a:cubicBezTo>
                    <a:pt x="0" y="915"/>
                    <a:pt x="0" y="1771"/>
                    <a:pt x="526" y="2297"/>
                  </a:cubicBezTo>
                  <a:lnTo>
                    <a:pt x="2578" y="4197"/>
                  </a:lnTo>
                  <a:lnTo>
                    <a:pt x="4478" y="2342"/>
                  </a:lnTo>
                  <a:cubicBezTo>
                    <a:pt x="4996" y="1816"/>
                    <a:pt x="4996" y="968"/>
                    <a:pt x="4478" y="442"/>
                  </a:cubicBezTo>
                  <a:cubicBezTo>
                    <a:pt x="4218" y="181"/>
                    <a:pt x="3932" y="51"/>
                    <a:pt x="3647" y="51"/>
                  </a:cubicBezTo>
                  <a:cubicBezTo>
                    <a:pt x="3357" y="51"/>
                    <a:pt x="3067" y="185"/>
                    <a:pt x="2801" y="451"/>
                  </a:cubicBezTo>
                  <a:lnTo>
                    <a:pt x="2578" y="540"/>
                  </a:lnTo>
                  <a:lnTo>
                    <a:pt x="2427" y="388"/>
                  </a:lnTo>
                  <a:cubicBezTo>
                    <a:pt x="2163" y="129"/>
                    <a:pt x="1820" y="0"/>
                    <a:pt x="14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5172125" y="2632675"/>
              <a:ext cx="64475" cy="104950"/>
            </a:xfrm>
            <a:custGeom>
              <a:rect b="b" l="l" r="r" t="t"/>
              <a:pathLst>
                <a:path extrusionOk="0" h="4198" w="2579">
                  <a:moveTo>
                    <a:pt x="1098" y="0"/>
                  </a:moveTo>
                  <a:cubicBezTo>
                    <a:pt x="752" y="0"/>
                    <a:pt x="406" y="129"/>
                    <a:pt x="143" y="388"/>
                  </a:cubicBezTo>
                  <a:lnTo>
                    <a:pt x="0" y="540"/>
                  </a:lnTo>
                  <a:lnTo>
                    <a:pt x="0" y="4197"/>
                  </a:lnTo>
                  <a:lnTo>
                    <a:pt x="2052" y="2297"/>
                  </a:lnTo>
                  <a:cubicBezTo>
                    <a:pt x="2578" y="1771"/>
                    <a:pt x="2578" y="915"/>
                    <a:pt x="2052" y="388"/>
                  </a:cubicBezTo>
                  <a:cubicBezTo>
                    <a:pt x="1789" y="129"/>
                    <a:pt x="1443" y="0"/>
                    <a:pt x="10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9" name="Google Shape;489;p28"/>
          <p:cNvGrpSpPr/>
          <p:nvPr/>
        </p:nvGrpSpPr>
        <p:grpSpPr>
          <a:xfrm>
            <a:off x="7157574" y="1583154"/>
            <a:ext cx="478510" cy="420584"/>
            <a:chOff x="6627150" y="2490500"/>
            <a:chExt cx="390525" cy="343250"/>
          </a:xfrm>
        </p:grpSpPr>
        <p:sp>
          <p:nvSpPr>
            <p:cNvPr id="490" name="Google Shape;490;p28"/>
            <p:cNvSpPr/>
            <p:nvPr/>
          </p:nvSpPr>
          <p:spPr>
            <a:xfrm>
              <a:off x="6627150" y="2490500"/>
              <a:ext cx="382950" cy="343250"/>
            </a:xfrm>
            <a:custGeom>
              <a:rect b="b" l="l" r="r" t="t"/>
              <a:pathLst>
                <a:path extrusionOk="0" h="13730" w="15318">
                  <a:moveTo>
                    <a:pt x="0" y="0"/>
                  </a:moveTo>
                  <a:lnTo>
                    <a:pt x="0" y="13729"/>
                  </a:lnTo>
                  <a:lnTo>
                    <a:pt x="7815" y="13729"/>
                  </a:lnTo>
                  <a:lnTo>
                    <a:pt x="15318" y="13426"/>
                  </a:lnTo>
                  <a:lnTo>
                    <a:pt x="15318" y="303"/>
                  </a:lnTo>
                  <a:lnTo>
                    <a:pt x="78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8"/>
            <p:cNvSpPr/>
            <p:nvPr/>
          </p:nvSpPr>
          <p:spPr>
            <a:xfrm>
              <a:off x="6822525" y="2490500"/>
              <a:ext cx="195150" cy="343250"/>
            </a:xfrm>
            <a:custGeom>
              <a:rect b="b" l="l" r="r" t="t"/>
              <a:pathLst>
                <a:path extrusionOk="0" h="13730" w="7806">
                  <a:moveTo>
                    <a:pt x="0" y="0"/>
                  </a:moveTo>
                  <a:lnTo>
                    <a:pt x="0" y="13729"/>
                  </a:lnTo>
                  <a:lnTo>
                    <a:pt x="7806" y="13729"/>
                  </a:lnTo>
                  <a:lnTo>
                    <a:pt x="78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6650125" y="2513450"/>
              <a:ext cx="344800" cy="297550"/>
            </a:xfrm>
            <a:custGeom>
              <a:rect b="b" l="l" r="r" t="t"/>
              <a:pathLst>
                <a:path extrusionOk="0" h="11902" w="13792">
                  <a:moveTo>
                    <a:pt x="0" y="1"/>
                  </a:moveTo>
                  <a:lnTo>
                    <a:pt x="0" y="11901"/>
                  </a:lnTo>
                  <a:lnTo>
                    <a:pt x="13792" y="11901"/>
                  </a:lnTo>
                  <a:lnTo>
                    <a:pt x="137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6822525" y="2513450"/>
              <a:ext cx="172400" cy="297550"/>
            </a:xfrm>
            <a:custGeom>
              <a:rect b="b" l="l" r="r" t="t"/>
              <a:pathLst>
                <a:path extrusionOk="0" h="11902" w="6896">
                  <a:moveTo>
                    <a:pt x="0" y="1"/>
                  </a:moveTo>
                  <a:lnTo>
                    <a:pt x="0" y="11901"/>
                  </a:lnTo>
                  <a:lnTo>
                    <a:pt x="6896" y="11901"/>
                  </a:lnTo>
                  <a:lnTo>
                    <a:pt x="68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6684450" y="2547800"/>
              <a:ext cx="276150" cy="228850"/>
            </a:xfrm>
            <a:custGeom>
              <a:rect b="b" l="l" r="r" t="t"/>
              <a:pathLst>
                <a:path extrusionOk="0" h="9154" w="11046">
                  <a:moveTo>
                    <a:pt x="1" y="1"/>
                  </a:moveTo>
                  <a:lnTo>
                    <a:pt x="1" y="9154"/>
                  </a:lnTo>
                  <a:lnTo>
                    <a:pt x="11045" y="9154"/>
                  </a:lnTo>
                  <a:lnTo>
                    <a:pt x="110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6822525" y="2547800"/>
              <a:ext cx="138075" cy="228850"/>
            </a:xfrm>
            <a:custGeom>
              <a:rect b="b" l="l" r="r" t="t"/>
              <a:pathLst>
                <a:path extrusionOk="0" h="9154" w="5523">
                  <a:moveTo>
                    <a:pt x="0" y="1"/>
                  </a:moveTo>
                  <a:lnTo>
                    <a:pt x="0" y="9154"/>
                  </a:lnTo>
                  <a:lnTo>
                    <a:pt x="5522" y="9154"/>
                  </a:lnTo>
                  <a:lnTo>
                    <a:pt x="55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6758275" y="2609750"/>
              <a:ext cx="125375" cy="104900"/>
            </a:xfrm>
            <a:custGeom>
              <a:rect b="b" l="l" r="r" t="t"/>
              <a:pathLst>
                <a:path extrusionOk="0" h="4196" w="5015">
                  <a:moveTo>
                    <a:pt x="1477" y="1"/>
                  </a:moveTo>
                  <a:cubicBezTo>
                    <a:pt x="1134" y="1"/>
                    <a:pt x="790" y="132"/>
                    <a:pt x="527" y="395"/>
                  </a:cubicBezTo>
                  <a:cubicBezTo>
                    <a:pt x="1" y="922"/>
                    <a:pt x="1" y="1769"/>
                    <a:pt x="527" y="2295"/>
                  </a:cubicBezTo>
                  <a:lnTo>
                    <a:pt x="2579" y="4196"/>
                  </a:lnTo>
                  <a:lnTo>
                    <a:pt x="4488" y="2313"/>
                  </a:lnTo>
                  <a:cubicBezTo>
                    <a:pt x="5014" y="1787"/>
                    <a:pt x="5014" y="939"/>
                    <a:pt x="4488" y="413"/>
                  </a:cubicBezTo>
                  <a:cubicBezTo>
                    <a:pt x="4238" y="163"/>
                    <a:pt x="3978" y="44"/>
                    <a:pt x="3718" y="44"/>
                  </a:cubicBezTo>
                  <a:cubicBezTo>
                    <a:pt x="3430" y="44"/>
                    <a:pt x="3141" y="190"/>
                    <a:pt x="2864" y="467"/>
                  </a:cubicBezTo>
                  <a:lnTo>
                    <a:pt x="2579" y="538"/>
                  </a:lnTo>
                  <a:lnTo>
                    <a:pt x="2427" y="395"/>
                  </a:lnTo>
                  <a:cubicBezTo>
                    <a:pt x="2164" y="132"/>
                    <a:pt x="1821" y="1"/>
                    <a:pt x="14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6822525" y="2609750"/>
              <a:ext cx="64475" cy="104900"/>
            </a:xfrm>
            <a:custGeom>
              <a:rect b="b" l="l" r="r" t="t"/>
              <a:pathLst>
                <a:path extrusionOk="0" h="4196" w="2579">
                  <a:moveTo>
                    <a:pt x="1097" y="1"/>
                  </a:moveTo>
                  <a:cubicBezTo>
                    <a:pt x="752" y="1"/>
                    <a:pt x="406" y="132"/>
                    <a:pt x="143" y="395"/>
                  </a:cubicBezTo>
                  <a:lnTo>
                    <a:pt x="0" y="538"/>
                  </a:lnTo>
                  <a:lnTo>
                    <a:pt x="0" y="4196"/>
                  </a:lnTo>
                  <a:lnTo>
                    <a:pt x="2052" y="2295"/>
                  </a:lnTo>
                  <a:cubicBezTo>
                    <a:pt x="2578" y="1769"/>
                    <a:pt x="2578" y="922"/>
                    <a:pt x="2052" y="395"/>
                  </a:cubicBezTo>
                  <a:cubicBezTo>
                    <a:pt x="1789" y="132"/>
                    <a:pt x="1443" y="1"/>
                    <a:pt x="10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8" name="Google Shape;498;p28"/>
          <p:cNvGrpSpPr/>
          <p:nvPr/>
        </p:nvGrpSpPr>
        <p:grpSpPr>
          <a:xfrm>
            <a:off x="4669584" y="1554548"/>
            <a:ext cx="447851" cy="477809"/>
            <a:chOff x="4669584" y="1465723"/>
            <a:chExt cx="447851" cy="477809"/>
          </a:xfrm>
        </p:grpSpPr>
        <p:sp>
          <p:nvSpPr>
            <p:cNvPr id="499" name="Google Shape;499;p28"/>
            <p:cNvSpPr/>
            <p:nvPr/>
          </p:nvSpPr>
          <p:spPr>
            <a:xfrm>
              <a:off x="4731763" y="1465723"/>
              <a:ext cx="301390" cy="153278"/>
            </a:xfrm>
            <a:custGeom>
              <a:rect b="b" l="l" r="r" t="t"/>
              <a:pathLst>
                <a:path extrusionOk="0" h="5014" w="9859">
                  <a:moveTo>
                    <a:pt x="2418" y="918"/>
                  </a:moveTo>
                  <a:cubicBezTo>
                    <a:pt x="2702" y="918"/>
                    <a:pt x="2986" y="1059"/>
                    <a:pt x="3150" y="1338"/>
                  </a:cubicBezTo>
                  <a:lnTo>
                    <a:pt x="4488" y="3640"/>
                  </a:lnTo>
                  <a:lnTo>
                    <a:pt x="2071" y="2534"/>
                  </a:lnTo>
                  <a:cubicBezTo>
                    <a:pt x="1616" y="2329"/>
                    <a:pt x="1437" y="1785"/>
                    <a:pt x="1687" y="1347"/>
                  </a:cubicBezTo>
                  <a:cubicBezTo>
                    <a:pt x="1848" y="1061"/>
                    <a:pt x="2133" y="918"/>
                    <a:pt x="2418" y="918"/>
                  </a:cubicBezTo>
                  <a:close/>
                  <a:moveTo>
                    <a:pt x="8195" y="830"/>
                  </a:moveTo>
                  <a:cubicBezTo>
                    <a:pt x="8208" y="830"/>
                    <a:pt x="8216" y="830"/>
                    <a:pt x="8217" y="830"/>
                  </a:cubicBezTo>
                  <a:cubicBezTo>
                    <a:pt x="8672" y="830"/>
                    <a:pt x="9234" y="1401"/>
                    <a:pt x="9038" y="2016"/>
                  </a:cubicBezTo>
                  <a:cubicBezTo>
                    <a:pt x="8967" y="2239"/>
                    <a:pt x="8806" y="2471"/>
                    <a:pt x="8583" y="2578"/>
                  </a:cubicBezTo>
                  <a:lnTo>
                    <a:pt x="5978" y="3738"/>
                  </a:lnTo>
                  <a:lnTo>
                    <a:pt x="7379" y="1240"/>
                  </a:lnTo>
                  <a:cubicBezTo>
                    <a:pt x="7601" y="851"/>
                    <a:pt x="8086" y="830"/>
                    <a:pt x="8195" y="830"/>
                  </a:cubicBezTo>
                  <a:close/>
                  <a:moveTo>
                    <a:pt x="2410" y="0"/>
                  </a:moveTo>
                  <a:cubicBezTo>
                    <a:pt x="509" y="9"/>
                    <a:pt x="1" y="2596"/>
                    <a:pt x="1687" y="3372"/>
                  </a:cubicBezTo>
                  <a:lnTo>
                    <a:pt x="4925" y="4835"/>
                  </a:lnTo>
                  <a:lnTo>
                    <a:pt x="5041" y="4577"/>
                  </a:lnTo>
                  <a:lnTo>
                    <a:pt x="5300" y="5014"/>
                  </a:lnTo>
                  <a:lnTo>
                    <a:pt x="5550" y="4381"/>
                  </a:lnTo>
                  <a:lnTo>
                    <a:pt x="5666" y="4639"/>
                  </a:lnTo>
                  <a:cubicBezTo>
                    <a:pt x="9011" y="3007"/>
                    <a:pt x="9395" y="3256"/>
                    <a:pt x="9707" y="2275"/>
                  </a:cubicBezTo>
                  <a:cubicBezTo>
                    <a:pt x="9859" y="1802"/>
                    <a:pt x="9805" y="1294"/>
                    <a:pt x="9555" y="857"/>
                  </a:cubicBezTo>
                  <a:cubicBezTo>
                    <a:pt x="9243" y="304"/>
                    <a:pt x="8842" y="170"/>
                    <a:pt x="8199" y="170"/>
                  </a:cubicBezTo>
                  <a:cubicBezTo>
                    <a:pt x="8193" y="170"/>
                    <a:pt x="8186" y="170"/>
                    <a:pt x="8179" y="170"/>
                  </a:cubicBezTo>
                  <a:cubicBezTo>
                    <a:pt x="7554" y="170"/>
                    <a:pt x="6983" y="577"/>
                    <a:pt x="6665" y="1124"/>
                  </a:cubicBezTo>
                  <a:lnTo>
                    <a:pt x="5300" y="3203"/>
                  </a:lnTo>
                  <a:lnTo>
                    <a:pt x="3944" y="875"/>
                  </a:lnTo>
                  <a:cubicBezTo>
                    <a:pt x="3623" y="321"/>
                    <a:pt x="3052" y="0"/>
                    <a:pt x="24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4893509" y="1465815"/>
              <a:ext cx="150282" cy="153186"/>
            </a:xfrm>
            <a:custGeom>
              <a:rect b="b" l="l" r="r" t="t"/>
              <a:pathLst>
                <a:path extrusionOk="0" h="5011" w="4916">
                  <a:moveTo>
                    <a:pt x="2882" y="916"/>
                  </a:moveTo>
                  <a:cubicBezTo>
                    <a:pt x="3791" y="916"/>
                    <a:pt x="4059" y="2156"/>
                    <a:pt x="3229" y="2531"/>
                  </a:cubicBezTo>
                  <a:lnTo>
                    <a:pt x="812" y="3637"/>
                  </a:lnTo>
                  <a:lnTo>
                    <a:pt x="812" y="3637"/>
                  </a:lnTo>
                  <a:lnTo>
                    <a:pt x="2150" y="1335"/>
                  </a:lnTo>
                  <a:cubicBezTo>
                    <a:pt x="2302" y="1068"/>
                    <a:pt x="2578" y="916"/>
                    <a:pt x="2882" y="916"/>
                  </a:cubicBezTo>
                  <a:close/>
                  <a:moveTo>
                    <a:pt x="2871" y="1"/>
                  </a:moveTo>
                  <a:cubicBezTo>
                    <a:pt x="2282" y="1"/>
                    <a:pt x="1693" y="291"/>
                    <a:pt x="1356" y="872"/>
                  </a:cubicBezTo>
                  <a:lnTo>
                    <a:pt x="0" y="3200"/>
                  </a:lnTo>
                  <a:lnTo>
                    <a:pt x="0" y="5011"/>
                  </a:lnTo>
                  <a:lnTo>
                    <a:pt x="250" y="4574"/>
                  </a:lnTo>
                  <a:lnTo>
                    <a:pt x="366" y="4832"/>
                  </a:lnTo>
                  <a:lnTo>
                    <a:pt x="3604" y="3369"/>
                  </a:lnTo>
                  <a:cubicBezTo>
                    <a:pt x="4550" y="2932"/>
                    <a:pt x="4916" y="1790"/>
                    <a:pt x="4407" y="889"/>
                  </a:cubicBezTo>
                  <a:cubicBezTo>
                    <a:pt x="4066" y="297"/>
                    <a:pt x="3468" y="1"/>
                    <a:pt x="28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4711587" y="1661524"/>
              <a:ext cx="354306" cy="282008"/>
            </a:xfrm>
            <a:custGeom>
              <a:rect b="b" l="l" r="r" t="t"/>
              <a:pathLst>
                <a:path extrusionOk="0" h="9225" w="11590">
                  <a:moveTo>
                    <a:pt x="1" y="1"/>
                  </a:moveTo>
                  <a:lnTo>
                    <a:pt x="1" y="9225"/>
                  </a:lnTo>
                  <a:lnTo>
                    <a:pt x="5951" y="9225"/>
                  </a:lnTo>
                  <a:lnTo>
                    <a:pt x="11589" y="8913"/>
                  </a:lnTo>
                  <a:lnTo>
                    <a:pt x="11589" y="313"/>
                  </a:lnTo>
                  <a:lnTo>
                    <a:pt x="5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4893509" y="1661524"/>
              <a:ext cx="181922" cy="282008"/>
            </a:xfrm>
            <a:custGeom>
              <a:rect b="b" l="l" r="r" t="t"/>
              <a:pathLst>
                <a:path extrusionOk="0" h="9225" w="5951">
                  <a:moveTo>
                    <a:pt x="0" y="1"/>
                  </a:moveTo>
                  <a:lnTo>
                    <a:pt x="0" y="9225"/>
                  </a:lnTo>
                  <a:lnTo>
                    <a:pt x="5950" y="9225"/>
                  </a:lnTo>
                  <a:lnTo>
                    <a:pt x="59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4879325" y="1647614"/>
              <a:ext cx="28094" cy="112926"/>
            </a:xfrm>
            <a:custGeom>
              <a:rect b="b" l="l" r="r" t="t"/>
              <a:pathLst>
                <a:path extrusionOk="0" h="3694" w="919">
                  <a:moveTo>
                    <a:pt x="0" y="1"/>
                  </a:moveTo>
                  <a:lnTo>
                    <a:pt x="0" y="3694"/>
                  </a:lnTo>
                  <a:lnTo>
                    <a:pt x="919" y="3694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4893509" y="1647614"/>
              <a:ext cx="13909" cy="112926"/>
            </a:xfrm>
            <a:custGeom>
              <a:rect b="b" l="l" r="r" t="t"/>
              <a:pathLst>
                <a:path extrusionOk="0" h="3694" w="455">
                  <a:moveTo>
                    <a:pt x="0" y="1"/>
                  </a:moveTo>
                  <a:lnTo>
                    <a:pt x="0" y="3694"/>
                  </a:lnTo>
                  <a:lnTo>
                    <a:pt x="455" y="3694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4832125" y="1747853"/>
              <a:ext cx="120568" cy="100239"/>
            </a:xfrm>
            <a:custGeom>
              <a:rect b="b" l="l" r="r" t="t"/>
              <a:pathLst>
                <a:path extrusionOk="0" h="3279" w="3944">
                  <a:moveTo>
                    <a:pt x="1156" y="0"/>
                  </a:moveTo>
                  <a:cubicBezTo>
                    <a:pt x="886" y="0"/>
                    <a:pt x="616" y="103"/>
                    <a:pt x="411" y="308"/>
                  </a:cubicBezTo>
                  <a:cubicBezTo>
                    <a:pt x="1" y="718"/>
                    <a:pt x="1" y="1378"/>
                    <a:pt x="411" y="1789"/>
                  </a:cubicBezTo>
                  <a:lnTo>
                    <a:pt x="2017" y="3279"/>
                  </a:lnTo>
                  <a:lnTo>
                    <a:pt x="3462" y="1789"/>
                  </a:lnTo>
                  <a:cubicBezTo>
                    <a:pt x="3873" y="1378"/>
                    <a:pt x="3944" y="799"/>
                    <a:pt x="3534" y="388"/>
                  </a:cubicBezTo>
                  <a:cubicBezTo>
                    <a:pt x="3316" y="166"/>
                    <a:pt x="3059" y="49"/>
                    <a:pt x="2804" y="49"/>
                  </a:cubicBezTo>
                  <a:cubicBezTo>
                    <a:pt x="2577" y="49"/>
                    <a:pt x="2353" y="142"/>
                    <a:pt x="2160" y="335"/>
                  </a:cubicBezTo>
                  <a:lnTo>
                    <a:pt x="2017" y="424"/>
                  </a:lnTo>
                  <a:lnTo>
                    <a:pt x="1901" y="308"/>
                  </a:lnTo>
                  <a:cubicBezTo>
                    <a:pt x="1696" y="103"/>
                    <a:pt x="1426" y="0"/>
                    <a:pt x="11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4893509" y="1748098"/>
              <a:ext cx="61935" cy="99994"/>
            </a:xfrm>
            <a:custGeom>
              <a:rect b="b" l="l" r="r" t="t"/>
              <a:pathLst>
                <a:path extrusionOk="0" h="3271" w="2026">
                  <a:moveTo>
                    <a:pt x="862" y="0"/>
                  </a:moveTo>
                  <a:cubicBezTo>
                    <a:pt x="582" y="0"/>
                    <a:pt x="301" y="106"/>
                    <a:pt x="98" y="309"/>
                  </a:cubicBezTo>
                  <a:lnTo>
                    <a:pt x="0" y="416"/>
                  </a:lnTo>
                  <a:lnTo>
                    <a:pt x="0" y="3271"/>
                  </a:lnTo>
                  <a:lnTo>
                    <a:pt x="1597" y="1781"/>
                  </a:lnTo>
                  <a:cubicBezTo>
                    <a:pt x="2025" y="1361"/>
                    <a:pt x="2007" y="657"/>
                    <a:pt x="1552" y="255"/>
                  </a:cubicBezTo>
                  <a:cubicBezTo>
                    <a:pt x="1359" y="83"/>
                    <a:pt x="1111" y="0"/>
                    <a:pt x="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4669584" y="1591702"/>
              <a:ext cx="438282" cy="97946"/>
            </a:xfrm>
            <a:custGeom>
              <a:rect b="b" l="l" r="r" t="t"/>
              <a:pathLst>
                <a:path extrusionOk="0" h="3204" w="14337">
                  <a:moveTo>
                    <a:pt x="1" y="1"/>
                  </a:moveTo>
                  <a:lnTo>
                    <a:pt x="1" y="3203"/>
                  </a:lnTo>
                  <a:lnTo>
                    <a:pt x="7325" y="3203"/>
                  </a:lnTo>
                  <a:lnTo>
                    <a:pt x="14337" y="2900"/>
                  </a:lnTo>
                  <a:lnTo>
                    <a:pt x="14337" y="304"/>
                  </a:lnTo>
                  <a:lnTo>
                    <a:pt x="7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4893509" y="1591702"/>
              <a:ext cx="223925" cy="97946"/>
            </a:xfrm>
            <a:custGeom>
              <a:rect b="b" l="l" r="r" t="t"/>
              <a:pathLst>
                <a:path extrusionOk="0" h="3204" w="7325">
                  <a:moveTo>
                    <a:pt x="0" y="1"/>
                  </a:moveTo>
                  <a:lnTo>
                    <a:pt x="0" y="3203"/>
                  </a:lnTo>
                  <a:lnTo>
                    <a:pt x="7324" y="3203"/>
                  </a:lnTo>
                  <a:lnTo>
                    <a:pt x="73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09" name="Google Shape;509;p28">
            <a:hlinkClick action="ppaction://hlinkshowjump?jump=previousslide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8">
            <a:hlinkClick action="ppaction://hlinkshowjump?jump=nextslide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8">
            <a:hlinkClick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2" name="Google Shape;512;p28">
            <a:hlinkClick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3" name="Google Shape;513;p28">
            <a:hlinkClick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4" name="Google Shape;514;p28">
            <a:hlinkClick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15" name="Google Shape;515;p28">
            <a:hlinkClick action="ppaction://hlinksldjump" r:id="rId4"/>
          </p:cNvPr>
          <p:cNvPicPr preferRelativeResize="0"/>
          <p:nvPr/>
        </p:nvPicPr>
        <p:blipFill rotWithShape="1">
          <a:blip r:embed="rId5">
            <a:alphaModFix/>
          </a:blip>
          <a:srcRect b="942" l="0" r="0" t="942"/>
          <a:stretch/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8">
            <a:hlinkClick/>
          </p:cNvPr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8446949" y="550350"/>
            <a:ext cx="265176" cy="26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9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ourier New"/>
                <a:ea typeface="Courier New"/>
                <a:cs typeface="Courier New"/>
                <a:sym typeface="Courier New"/>
              </a:rPr>
              <a:t>Сравнительная модель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22" name="Google Shape;522;p29">
            <a:hlinkClick/>
          </p:cNvPr>
          <p:cNvPicPr preferRelativeResize="0"/>
          <p:nvPr/>
        </p:nvPicPr>
        <p:blipFill rotWithShape="1">
          <a:blip r:embed="rId3">
            <a:alphaModFix/>
          </a:blip>
          <a:srcRect b="466" l="0" r="0" t="466"/>
          <a:stretch/>
        </p:blipFill>
        <p:spPr>
          <a:xfrm>
            <a:off x="7600287" y="1668175"/>
            <a:ext cx="265176" cy="26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29">
            <a:hlinkClick action="ppaction://hlinkshowjump?jump=previousslid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9">
            <a:hlinkClick action="ppaction://hlinkshowjump?jump=nextslid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9">
            <a:hlinkClick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6" name="Google Shape;526;p29">
            <a:hlinkClick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7" name="Google Shape;527;p29">
            <a:hlinkClick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8" name="Google Shape;528;p29">
            <a:hlinkClick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29" name="Google Shape;529;p29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942" l="0" r="0" t="942"/>
          <a:stretch/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0" name="Google Shape;530;p29"/>
          <p:cNvGrpSpPr/>
          <p:nvPr/>
        </p:nvGrpSpPr>
        <p:grpSpPr>
          <a:xfrm>
            <a:off x="1326352" y="1314771"/>
            <a:ext cx="7288633" cy="3092481"/>
            <a:chOff x="1809800" y="1569150"/>
            <a:chExt cx="6167400" cy="2465700"/>
          </a:xfrm>
        </p:grpSpPr>
        <p:sp>
          <p:nvSpPr>
            <p:cNvPr id="531" name="Google Shape;531;p29"/>
            <p:cNvSpPr/>
            <p:nvPr/>
          </p:nvSpPr>
          <p:spPr>
            <a:xfrm>
              <a:off x="1809800" y="2026050"/>
              <a:ext cx="6167400" cy="2008800"/>
            </a:xfrm>
            <a:prstGeom prst="rect">
              <a:avLst/>
            </a:prstGeom>
            <a:solidFill>
              <a:schemeClr val="lt2"/>
            </a:solidFill>
            <a:ln cap="flat" cmpd="sng" w="39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4575" lIns="94575" spcFirstLastPara="1" rIns="94575" wrap="square" tIns="9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1809800" y="1569150"/>
              <a:ext cx="6167400" cy="456900"/>
            </a:xfrm>
            <a:prstGeom prst="rect">
              <a:avLst/>
            </a:prstGeom>
            <a:solidFill>
              <a:schemeClr val="accent1"/>
            </a:solidFill>
            <a:ln cap="flat" cmpd="sng" w="39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4575" lIns="94575" spcFirstLastPara="1" rIns="94575" wrap="square" tIns="9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/>
            </a:p>
          </p:txBody>
        </p:sp>
      </p:grpSp>
      <p:pic>
        <p:nvPicPr>
          <p:cNvPr id="533" name="Google Shape;533;p29">
            <a:hlinkClick/>
          </p:cNvPr>
          <p:cNvPicPr preferRelativeResize="0"/>
          <p:nvPr/>
        </p:nvPicPr>
        <p:blipFill rotWithShape="1">
          <a:blip r:embed="rId3">
            <a:alphaModFix/>
          </a:blip>
          <a:srcRect b="466" l="0" r="0" t="466"/>
          <a:stretch/>
        </p:blipFill>
        <p:spPr>
          <a:xfrm>
            <a:off x="8446949" y="550350"/>
            <a:ext cx="265176" cy="2651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4" name="Google Shape;534;p29"/>
          <p:cNvGraphicFramePr/>
          <p:nvPr/>
        </p:nvGraphicFramePr>
        <p:xfrm>
          <a:off x="1326350" y="131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{8DA5C10F-65B5-4155-B193-55FA72718C24}</a:tableStyleId>
              </a:tblPr>
              <a:tblGrid>
                <a:gridCol w="1827475"/>
                <a:gridCol w="1683100"/>
                <a:gridCol w="1755300"/>
                <a:gridCol w="2022750"/>
              </a:tblGrid>
              <a:tr h="57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No-code</a:t>
                      </a:r>
                      <a:endParaRPr b="1"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Low-code</a:t>
                      </a:r>
                      <a:endParaRPr b="1"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Pro-code</a:t>
                      </a:r>
                      <a:endParaRPr b="1"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Свобода кода</a:t>
                      </a:r>
                      <a:endParaRPr b="1"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Отсутствует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Ограничена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Полная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Безопасность</a:t>
                      </a:r>
                      <a:endParaRPr b="1"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Зависит от вендора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Гибридная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Полный контроль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Гибкость</a:t>
                      </a:r>
                      <a:endParaRPr b="1"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Шаблонная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Высокая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Абсолютная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Скорость</a:t>
                      </a:r>
                      <a:endParaRPr b="1"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Часы/дни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Дни/недели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Месяцы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Стоимость</a:t>
                      </a:r>
                      <a:endParaRPr b="1"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Низкая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Средняя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Высокая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30"/>
          <p:cNvGrpSpPr/>
          <p:nvPr/>
        </p:nvGrpSpPr>
        <p:grpSpPr>
          <a:xfrm>
            <a:off x="3763229" y="1420038"/>
            <a:ext cx="2214514" cy="2930515"/>
            <a:chOff x="3906200" y="1269300"/>
            <a:chExt cx="1974600" cy="1403100"/>
          </a:xfrm>
        </p:grpSpPr>
        <p:sp>
          <p:nvSpPr>
            <p:cNvPr id="540" name="Google Shape;540;p30"/>
            <p:cNvSpPr/>
            <p:nvPr/>
          </p:nvSpPr>
          <p:spPr>
            <a:xfrm>
              <a:off x="4068275" y="1269300"/>
              <a:ext cx="743100" cy="4329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90620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2" name="Google Shape;542;p30"/>
          <p:cNvSpPr txBox="1"/>
          <p:nvPr>
            <p:ph type="title"/>
          </p:nvPr>
        </p:nvSpPr>
        <p:spPr>
          <a:xfrm>
            <a:off x="1114050" y="393425"/>
            <a:ext cx="6915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ourier New"/>
                <a:ea typeface="Courier New"/>
                <a:cs typeface="Courier New"/>
                <a:sym typeface="Courier New"/>
              </a:rPr>
              <a:t>Практическое применение и кейсы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3" name="Google Shape;543;p30"/>
          <p:cNvSpPr txBox="1"/>
          <p:nvPr>
            <p:ph idx="7" type="subTitle"/>
          </p:nvPr>
        </p:nvSpPr>
        <p:spPr>
          <a:xfrm>
            <a:off x="3874650" y="1793275"/>
            <a:ext cx="1974600" cy="43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Малый бизнес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4" name="Google Shape;544;p30"/>
          <p:cNvSpPr txBox="1"/>
          <p:nvPr>
            <p:ph idx="8" type="subTitle"/>
          </p:nvPr>
        </p:nvSpPr>
        <p:spPr>
          <a:xfrm>
            <a:off x="3810450" y="2500838"/>
            <a:ext cx="2103000" cy="150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Локальный</a:t>
            </a:r>
            <a:r>
              <a:rPr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магазин запускает </a:t>
            </a: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витрину</a:t>
            </a:r>
            <a:r>
              <a:rPr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на Tilda с интеграцией платежей и CRM за 1 день.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45" name="Google Shape;545;p30">
            <a:hlinkClick action="ppaction://hlinkshowjump?jump=previousslide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0">
            <a:hlinkClick action="ppaction://hlinkshowjump?jump=nextslide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0">
            <a:hlinkClick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8" name="Google Shape;548;p30">
            <a:hlinkClick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9" name="Google Shape;549;p30">
            <a:hlinkClick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0" name="Google Shape;550;p30">
            <a:hlinkClick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51" name="Google Shape;551;p30">
            <a:hlinkClick action="ppaction://hlinksldjump" r:id="rId4"/>
          </p:cNvPr>
          <p:cNvPicPr preferRelativeResize="0"/>
          <p:nvPr/>
        </p:nvPicPr>
        <p:blipFill rotWithShape="1">
          <a:blip r:embed="rId5">
            <a:alphaModFix/>
          </a:blip>
          <a:srcRect b="942" l="0" r="0" t="942"/>
          <a:stretch/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0">
            <a:hlinkClick/>
          </p:cNvPr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8446949" y="550350"/>
            <a:ext cx="265176" cy="2651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3" name="Google Shape;553;p30"/>
          <p:cNvGrpSpPr/>
          <p:nvPr/>
        </p:nvGrpSpPr>
        <p:grpSpPr>
          <a:xfrm>
            <a:off x="1275504" y="1420038"/>
            <a:ext cx="2214514" cy="2930515"/>
            <a:chOff x="3906200" y="1269300"/>
            <a:chExt cx="1974600" cy="1403100"/>
          </a:xfrm>
        </p:grpSpPr>
        <p:sp>
          <p:nvSpPr>
            <p:cNvPr id="554" name="Google Shape;554;p30"/>
            <p:cNvSpPr/>
            <p:nvPr/>
          </p:nvSpPr>
          <p:spPr>
            <a:xfrm>
              <a:off x="4068275" y="1269300"/>
              <a:ext cx="743100" cy="4329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390620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6" name="Google Shape;556;p30"/>
          <p:cNvSpPr txBox="1"/>
          <p:nvPr>
            <p:ph idx="3" type="subTitle"/>
          </p:nvPr>
        </p:nvSpPr>
        <p:spPr>
          <a:xfrm>
            <a:off x="1348525" y="1845875"/>
            <a:ext cx="1974600" cy="43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Индустрия (MVP)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7" name="Google Shape;557;p30"/>
          <p:cNvSpPr txBox="1"/>
          <p:nvPr/>
        </p:nvSpPr>
        <p:spPr>
          <a:xfrm>
            <a:off x="1243375" y="2465900"/>
            <a:ext cx="2184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Стартап проверяет гипотезу.</a:t>
            </a:r>
            <a:endParaRPr b="1" sz="15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Собирается рабочая версия на Bubble за 2 недели.</a:t>
            </a:r>
            <a:endParaRPr sz="15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1212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558" name="Google Shape;558;p30"/>
          <p:cNvGrpSpPr/>
          <p:nvPr/>
        </p:nvGrpSpPr>
        <p:grpSpPr>
          <a:xfrm>
            <a:off x="6312704" y="1420038"/>
            <a:ext cx="2214514" cy="2930515"/>
            <a:chOff x="3906200" y="1269300"/>
            <a:chExt cx="1974600" cy="1403100"/>
          </a:xfrm>
        </p:grpSpPr>
        <p:sp>
          <p:nvSpPr>
            <p:cNvPr id="559" name="Google Shape;559;p30"/>
            <p:cNvSpPr/>
            <p:nvPr/>
          </p:nvSpPr>
          <p:spPr>
            <a:xfrm>
              <a:off x="4068275" y="1269300"/>
              <a:ext cx="743100" cy="4329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3906200" y="1447500"/>
              <a:ext cx="1974600" cy="1224900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" name="Google Shape;561;p30"/>
          <p:cNvSpPr txBox="1"/>
          <p:nvPr>
            <p:ph idx="15" type="subTitle"/>
          </p:nvPr>
        </p:nvSpPr>
        <p:spPr>
          <a:xfrm>
            <a:off x="6368463" y="2189150"/>
            <a:ext cx="2103000" cy="212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Внутренние</a:t>
            </a:r>
            <a:r>
              <a:rPr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инструменты (HR-порталы), которые отдел </a:t>
            </a: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маркетинга</a:t>
            </a:r>
            <a:r>
              <a:rPr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делает сам.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2" name="Google Shape;562;p30"/>
          <p:cNvSpPr txBox="1"/>
          <p:nvPr>
            <p:ph idx="14" type="subTitle"/>
          </p:nvPr>
        </p:nvSpPr>
        <p:spPr>
          <a:xfrm>
            <a:off x="6400775" y="1793275"/>
            <a:ext cx="1974600" cy="43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Корпорации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1"/>
          <p:cNvPicPr preferRelativeResize="0"/>
          <p:nvPr/>
        </p:nvPicPr>
        <p:blipFill rotWithShape="1">
          <a:blip r:embed="rId3">
            <a:alphaModFix/>
          </a:blip>
          <a:srcRect b="7526" l="0" r="0" t="7526"/>
          <a:stretch/>
        </p:blipFill>
        <p:spPr>
          <a:xfrm>
            <a:off x="950400" y="969725"/>
            <a:ext cx="7902100" cy="37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1"/>
          <p:cNvSpPr txBox="1"/>
          <p:nvPr>
            <p:ph type="title"/>
          </p:nvPr>
        </p:nvSpPr>
        <p:spPr>
          <a:xfrm>
            <a:off x="1027797" y="3388475"/>
            <a:ext cx="7762500" cy="112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Появление визуальных инструментов - это не «смерть» разработки, а новый этап развития индустрии. Это позволяет бизнесу управлять контентом быстрее, а разработчикам - не тратить время на рутину.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69" name="Google Shape;569;p31">
            <a:hlinkClick action="ppaction://hlinkshowjump?jump=previousslid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>
            <a:hlinkClick action="ppaction://hlinkshowjump?jump=nextslid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1">
            <a:hlinkClick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2" name="Google Shape;572;p31">
            <a:hlinkClick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3" name="Google Shape;573;p31">
            <a:hlinkClick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4" name="Google Shape;574;p31">
            <a:hlinkClick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75" name="Google Shape;575;p31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942" l="0" r="0" t="942"/>
          <a:stretch/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>
            <a:hlinkClick/>
          </p:cNvPr>
          <p:cNvPicPr preferRelativeResize="0"/>
          <p:nvPr/>
        </p:nvPicPr>
        <p:blipFill rotWithShape="1">
          <a:blip r:embed="rId7">
            <a:alphaModFix/>
          </a:blip>
          <a:srcRect b="466" l="0" r="0" t="466"/>
          <a:stretch/>
        </p:blipFill>
        <p:spPr>
          <a:xfrm>
            <a:off x="8446949" y="550350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1"/>
          <p:cNvSpPr txBox="1"/>
          <p:nvPr/>
        </p:nvSpPr>
        <p:spPr>
          <a:xfrm>
            <a:off x="1009775" y="380863"/>
            <a:ext cx="6058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Выводы</a:t>
            </a:r>
            <a:endParaRPr b="1"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2"/>
          <p:cNvSpPr txBox="1"/>
          <p:nvPr>
            <p:ph type="title"/>
          </p:nvPr>
        </p:nvSpPr>
        <p:spPr>
          <a:xfrm>
            <a:off x="1619844" y="324463"/>
            <a:ext cx="41637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Courier New"/>
                <a:ea typeface="Courier New"/>
                <a:cs typeface="Courier New"/>
                <a:sym typeface="Courier New"/>
              </a:rPr>
              <a:t>Список литературы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3" name="Google Shape;583;p32"/>
          <p:cNvSpPr txBox="1"/>
          <p:nvPr>
            <p:ph idx="2" type="title"/>
          </p:nvPr>
        </p:nvSpPr>
        <p:spPr>
          <a:xfrm>
            <a:off x="1987975" y="2088475"/>
            <a:ext cx="5827200" cy="129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[1] </a:t>
            </a:r>
            <a:r>
              <a:rPr lang="en"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Gartner Magic Quadrant for Low-Code Platforms for Enterprises,26.01.2026,[online].URL:</a:t>
            </a:r>
            <a:r>
              <a:rPr lang="en" sz="13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https://blog.tooljet.com/gartner-magic-quadrant-for-low-code-platforms/</a:t>
            </a:r>
            <a:r>
              <a:rPr lang="en"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[2] W3Techs: Usage Statistics and Market Share of WordPress, March 2026, [online]. URL: </a:t>
            </a:r>
            <a:r>
              <a:rPr lang="en" sz="13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https://w3techs.com/technologies/details/cm-wordpress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[3] Webflow University: CMS Collections Guide, [online]. URL: </a:t>
            </a:r>
            <a:r>
              <a:rPr lang="en" sz="13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https://help.webflow.com/hc/en-us/articles/33961244391059-Manage-CMS-Collections#h_01K6E4EHK5JN84M9FD84H6CT3W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[4] Какую no-code платформу выбрать бизнесу в 2025 году, 12.05.2025,[online].URL: </a:t>
            </a:r>
            <a:r>
              <a:rPr lang="en" sz="13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https://habr.com/ru/articles/908518/</a:t>
            </a:r>
            <a:r>
              <a:rPr lang="en" sz="1300">
                <a:solidFill>
                  <a:srgbClr val="21212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rgbClr val="2121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84" name="Google Shape;584;p32">
            <a:hlinkClick action="ppaction://hlinkshowjump?jump=previousslide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7301" y="1181549"/>
            <a:ext cx="294875" cy="30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2">
            <a:hlinkClick action="ppaction://hlinkshowjump?jump=nextslide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237301" y="3724924"/>
            <a:ext cx="294875" cy="307964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2">
            <a:hlinkClick/>
          </p:cNvPr>
          <p:cNvSpPr/>
          <p:nvPr/>
        </p:nvSpPr>
        <p:spPr>
          <a:xfrm>
            <a:off x="125400" y="17143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7" name="Google Shape;587;p32">
            <a:hlinkClick/>
          </p:cNvPr>
          <p:cNvSpPr/>
          <p:nvPr/>
        </p:nvSpPr>
        <p:spPr>
          <a:xfrm>
            <a:off x="125400" y="222616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8" name="Google Shape;588;p32">
            <a:hlinkClick/>
          </p:cNvPr>
          <p:cNvSpPr/>
          <p:nvPr/>
        </p:nvSpPr>
        <p:spPr>
          <a:xfrm>
            <a:off x="125400" y="2738713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9" name="Google Shape;589;p32">
            <a:hlinkClick/>
          </p:cNvPr>
          <p:cNvSpPr/>
          <p:nvPr/>
        </p:nvSpPr>
        <p:spPr>
          <a:xfrm>
            <a:off x="125400" y="3251288"/>
            <a:ext cx="50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90" name="Google Shape;590;p32">
            <a:hlinkClick action="ppaction://hlinksldjump" r:id="rId8"/>
          </p:cNvPr>
          <p:cNvPicPr preferRelativeResize="0"/>
          <p:nvPr/>
        </p:nvPicPr>
        <p:blipFill rotWithShape="1">
          <a:blip r:embed="rId9">
            <a:alphaModFix/>
          </a:blip>
          <a:srcRect b="942" l="0" r="0" t="942"/>
          <a:stretch/>
        </p:blipFill>
        <p:spPr>
          <a:xfrm>
            <a:off x="237300" y="550513"/>
            <a:ext cx="294878" cy="2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2">
            <a:hlinkClick/>
          </p:cNvPr>
          <p:cNvPicPr preferRelativeResize="0"/>
          <p:nvPr/>
        </p:nvPicPr>
        <p:blipFill rotWithShape="1">
          <a:blip r:embed="rId10">
            <a:alphaModFix/>
          </a:blip>
          <a:srcRect b="466" l="0" r="0" t="466"/>
          <a:stretch/>
        </p:blipFill>
        <p:spPr>
          <a:xfrm>
            <a:off x="7472087" y="478225"/>
            <a:ext cx="265176" cy="26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te Lovely Interface by Slidesgo">
  <a:themeElements>
    <a:clrScheme name="Simple Light">
      <a:dk1>
        <a:srgbClr val="EA467E"/>
      </a:dk1>
      <a:lt1>
        <a:srgbClr val="FFD7E7"/>
      </a:lt1>
      <a:dk2>
        <a:srgbClr val="595959"/>
      </a:dk2>
      <a:lt2>
        <a:srgbClr val="FFFFFF"/>
      </a:lt2>
      <a:accent1>
        <a:srgbClr val="DCE7FB"/>
      </a:accent1>
      <a:accent2>
        <a:srgbClr val="EA467E"/>
      </a:accent2>
      <a:accent3>
        <a:srgbClr val="FFFFFF"/>
      </a:accent3>
      <a:accent4>
        <a:srgbClr val="DCE7FB"/>
      </a:accent4>
      <a:accent5>
        <a:srgbClr val="EA467E"/>
      </a:accent5>
      <a:accent6>
        <a:srgbClr val="FFFFFF"/>
      </a:accent6>
      <a:hlink>
        <a:srgbClr val="EA467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